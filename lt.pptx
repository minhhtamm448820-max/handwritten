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74" r:id="rId4"/>
    <p:sldId id="281" r:id="rId5"/>
    <p:sldId id="276" r:id="rId6"/>
    <p:sldId id="273" r:id="rId7"/>
    <p:sldId id="277" r:id="rId8"/>
    <p:sldId id="278" r:id="rId9"/>
    <p:sldId id="279" r:id="rId10"/>
    <p:sldId id="280" r:id="rId11"/>
    <p:sldId id="282" r:id="rId12"/>
    <p:sldId id="284" r:id="rId13"/>
    <p:sldId id="283" r:id="rId14"/>
    <p:sldId id="285" r:id="rId15"/>
    <p:sldId id="286" r:id="rId16"/>
    <p:sldId id="287" r:id="rId17"/>
    <p:sldId id="288" r:id="rId18"/>
    <p:sldId id="28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9D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Tam Nguyen" userId="abf79c5162aff1f8" providerId="LiveId" clId="{FC613068-BABC-4658-B5A2-5D7398F86764}"/>
    <pc:docChg chg="undo custSel addSld delSld modSld">
      <pc:chgData name="Minh Tam Nguyen" userId="abf79c5162aff1f8" providerId="LiveId" clId="{FC613068-BABC-4658-B5A2-5D7398F86764}" dt="2026-06-02T03:24:57.995" v="204" actId="20577"/>
      <pc:docMkLst>
        <pc:docMk/>
      </pc:docMkLst>
      <pc:sldChg chg="addSp delSp modSp mod">
        <pc:chgData name="Minh Tam Nguyen" userId="abf79c5162aff1f8" providerId="LiveId" clId="{FC613068-BABC-4658-B5A2-5D7398F86764}" dt="2026-06-02T02:57:32.583" v="44" actId="1076"/>
        <pc:sldMkLst>
          <pc:docMk/>
          <pc:sldMk cId="674842462" sldId="258"/>
        </pc:sldMkLst>
        <pc:spChg chg="add del">
          <ac:chgData name="Minh Tam Nguyen" userId="abf79c5162aff1f8" providerId="LiveId" clId="{FC613068-BABC-4658-B5A2-5D7398F86764}" dt="2026-06-02T02:53:22.921" v="14" actId="21"/>
          <ac:spMkLst>
            <pc:docMk/>
            <pc:sldMk cId="674842462" sldId="258"/>
            <ac:spMk id="3" creationId="{C8AD94CD-5724-4A3C-99A8-582E0D67C2AB}"/>
          </ac:spMkLst>
        </pc:spChg>
        <pc:spChg chg="add mod">
          <ac:chgData name="Minh Tam Nguyen" userId="abf79c5162aff1f8" providerId="LiveId" clId="{FC613068-BABC-4658-B5A2-5D7398F86764}" dt="2026-06-02T02:57:32.583" v="44" actId="1076"/>
          <ac:spMkLst>
            <pc:docMk/>
            <pc:sldMk cId="674842462" sldId="258"/>
            <ac:spMk id="12" creationId="{D8D5FA69-ACAB-40CF-A8D3-CEB63593D702}"/>
          </ac:spMkLst>
        </pc:spChg>
      </pc:sldChg>
      <pc:sldChg chg="addSp delSp modSp mod">
        <pc:chgData name="Minh Tam Nguyen" userId="abf79c5162aff1f8" providerId="LiveId" clId="{FC613068-BABC-4658-B5A2-5D7398F86764}" dt="2026-06-02T03:01:18.329" v="97" actId="1076"/>
        <pc:sldMkLst>
          <pc:docMk/>
          <pc:sldMk cId="3186145406" sldId="259"/>
        </pc:sldMkLst>
        <pc:spChg chg="add del mod">
          <ac:chgData name="Minh Tam Nguyen" userId="abf79c5162aff1f8" providerId="LiveId" clId="{FC613068-BABC-4658-B5A2-5D7398F86764}" dt="2026-06-02T02:53:30.612" v="18" actId="478"/>
          <ac:spMkLst>
            <pc:docMk/>
            <pc:sldMk cId="3186145406" sldId="259"/>
            <ac:spMk id="10" creationId="{9206A582-4C55-400C-BADC-056C3F621531}"/>
          </ac:spMkLst>
        </pc:spChg>
        <pc:spChg chg="add mod">
          <ac:chgData name="Minh Tam Nguyen" userId="abf79c5162aff1f8" providerId="LiveId" clId="{FC613068-BABC-4658-B5A2-5D7398F86764}" dt="2026-06-02T03:01:18.329" v="97" actId="1076"/>
          <ac:spMkLst>
            <pc:docMk/>
            <pc:sldMk cId="3186145406" sldId="259"/>
            <ac:spMk id="11" creationId="{5CD72572-50E5-4EE7-B0E8-7C5FE20F8265}"/>
          </ac:spMkLst>
        </pc:spChg>
      </pc:sldChg>
      <pc:sldChg chg="addSp delSp modSp mod">
        <pc:chgData name="Minh Tam Nguyen" userId="abf79c5162aff1f8" providerId="LiveId" clId="{FC613068-BABC-4658-B5A2-5D7398F86764}" dt="2026-06-02T02:58:50.493" v="62" actId="1076"/>
        <pc:sldMkLst>
          <pc:docMk/>
          <pc:sldMk cId="2991862805" sldId="260"/>
        </pc:sldMkLst>
        <pc:spChg chg="add del">
          <ac:chgData name="Minh Tam Nguyen" userId="abf79c5162aff1f8" providerId="LiveId" clId="{FC613068-BABC-4658-B5A2-5D7398F86764}" dt="2026-06-02T02:53:26.454" v="16" actId="21"/>
          <ac:spMkLst>
            <pc:docMk/>
            <pc:sldMk cId="2991862805" sldId="260"/>
            <ac:spMk id="11" creationId="{255EB5CE-5FB1-4462-B559-2DD1FD5C0AEE}"/>
          </ac:spMkLst>
        </pc:spChg>
        <pc:spChg chg="add mod">
          <ac:chgData name="Minh Tam Nguyen" userId="abf79c5162aff1f8" providerId="LiveId" clId="{FC613068-BABC-4658-B5A2-5D7398F86764}" dt="2026-06-02T02:58:50.493" v="62" actId="1076"/>
          <ac:spMkLst>
            <pc:docMk/>
            <pc:sldMk cId="2991862805" sldId="260"/>
            <ac:spMk id="13" creationId="{7800FA3E-2AE3-47F0-B406-AE24D8E40F8A}"/>
          </ac:spMkLst>
        </pc:spChg>
        <pc:spChg chg="add del">
          <ac:chgData name="Minh Tam Nguyen" userId="abf79c5162aff1f8" providerId="LiveId" clId="{FC613068-BABC-4658-B5A2-5D7398F86764}" dt="2026-06-02T02:58:25.933" v="55" actId="22"/>
          <ac:spMkLst>
            <pc:docMk/>
            <pc:sldMk cId="2991862805" sldId="260"/>
            <ac:spMk id="15" creationId="{3C2000BD-09E3-40F5-ADA6-33288854AF71}"/>
          </ac:spMkLst>
        </pc:spChg>
      </pc:sldChg>
      <pc:sldChg chg="addSp delSp mod">
        <pc:chgData name="Minh Tam Nguyen" userId="abf79c5162aff1f8" providerId="LiveId" clId="{FC613068-BABC-4658-B5A2-5D7398F86764}" dt="2026-06-02T02:59:00.752" v="63" actId="21"/>
        <pc:sldMkLst>
          <pc:docMk/>
          <pc:sldMk cId="731428905" sldId="261"/>
        </pc:sldMkLst>
        <pc:spChg chg="add del">
          <ac:chgData name="Minh Tam Nguyen" userId="abf79c5162aff1f8" providerId="LiveId" clId="{FC613068-BABC-4658-B5A2-5D7398F86764}" dt="2026-06-02T02:59:00.752" v="63" actId="21"/>
          <ac:spMkLst>
            <pc:docMk/>
            <pc:sldMk cId="731428905" sldId="261"/>
            <ac:spMk id="11" creationId="{8C468245-6209-4C53-94C4-8D24B9F205EA}"/>
          </ac:spMkLst>
        </pc:spChg>
      </pc:sldChg>
      <pc:sldChg chg="addSp modSp mod">
        <pc:chgData name="Minh Tam Nguyen" userId="abf79c5162aff1f8" providerId="LiveId" clId="{FC613068-BABC-4658-B5A2-5D7398F86764}" dt="2026-06-02T02:59:44.061" v="77" actId="1076"/>
        <pc:sldMkLst>
          <pc:docMk/>
          <pc:sldMk cId="3925442386" sldId="262"/>
        </pc:sldMkLst>
        <pc:spChg chg="add mod">
          <ac:chgData name="Minh Tam Nguyen" userId="abf79c5162aff1f8" providerId="LiveId" clId="{FC613068-BABC-4658-B5A2-5D7398F86764}" dt="2026-06-02T02:59:44.061" v="77" actId="1076"/>
          <ac:spMkLst>
            <pc:docMk/>
            <pc:sldMk cId="3925442386" sldId="262"/>
            <ac:spMk id="10" creationId="{C58D85D7-8D7E-4434-B75E-675B0E1524F2}"/>
          </ac:spMkLst>
        </pc:spChg>
      </pc:sldChg>
      <pc:sldChg chg="addSp modSp mod">
        <pc:chgData name="Minh Tam Nguyen" userId="abf79c5162aff1f8" providerId="LiveId" clId="{FC613068-BABC-4658-B5A2-5D7398F86764}" dt="2026-06-02T03:00:25.267" v="86" actId="1076"/>
        <pc:sldMkLst>
          <pc:docMk/>
          <pc:sldMk cId="895340477" sldId="263"/>
        </pc:sldMkLst>
        <pc:spChg chg="add mod">
          <ac:chgData name="Minh Tam Nguyen" userId="abf79c5162aff1f8" providerId="LiveId" clId="{FC613068-BABC-4658-B5A2-5D7398F86764}" dt="2026-06-02T03:00:25.267" v="86" actId="1076"/>
          <ac:spMkLst>
            <pc:docMk/>
            <pc:sldMk cId="895340477" sldId="263"/>
            <ac:spMk id="11" creationId="{23D3DC89-CC00-4917-A720-12C0532F76C6}"/>
          </ac:spMkLst>
        </pc:spChg>
      </pc:sldChg>
      <pc:sldChg chg="addSp modSp mod">
        <pc:chgData name="Minh Tam Nguyen" userId="abf79c5162aff1f8" providerId="LiveId" clId="{FC613068-BABC-4658-B5A2-5D7398F86764}" dt="2026-06-02T03:01:09.696" v="96" actId="1076"/>
        <pc:sldMkLst>
          <pc:docMk/>
          <pc:sldMk cId="4081948046" sldId="264"/>
        </pc:sldMkLst>
        <pc:spChg chg="add mod">
          <ac:chgData name="Minh Tam Nguyen" userId="abf79c5162aff1f8" providerId="LiveId" clId="{FC613068-BABC-4658-B5A2-5D7398F86764}" dt="2026-06-02T03:01:09.696" v="96" actId="1076"/>
          <ac:spMkLst>
            <pc:docMk/>
            <pc:sldMk cId="4081948046" sldId="264"/>
            <ac:spMk id="11" creationId="{C130F480-9E69-4AD0-953E-0230F4B5A065}"/>
          </ac:spMkLst>
        </pc:spChg>
      </pc:sldChg>
      <pc:sldChg chg="add del">
        <pc:chgData name="Minh Tam Nguyen" userId="abf79c5162aff1f8" providerId="LiveId" clId="{FC613068-BABC-4658-B5A2-5D7398F86764}" dt="2026-06-02T02:52:17.946" v="4"/>
        <pc:sldMkLst>
          <pc:docMk/>
          <pc:sldMk cId="454949173" sldId="265"/>
        </pc:sldMkLst>
      </pc:sldChg>
      <pc:sldChg chg="addSp delSp modSp add mod">
        <pc:chgData name="Minh Tam Nguyen" userId="abf79c5162aff1f8" providerId="LiveId" clId="{FC613068-BABC-4658-B5A2-5D7398F86764}" dt="2026-06-02T03:24:57.995" v="204" actId="20577"/>
        <pc:sldMkLst>
          <pc:docMk/>
          <pc:sldMk cId="1960851870" sldId="265"/>
        </pc:sldMkLst>
        <pc:spChg chg="del">
          <ac:chgData name="Minh Tam Nguyen" userId="abf79c5162aff1f8" providerId="LiveId" clId="{FC613068-BABC-4658-B5A2-5D7398F86764}" dt="2026-06-02T03:01:47.514" v="110" actId="478"/>
          <ac:spMkLst>
            <pc:docMk/>
            <pc:sldMk cId="1960851870" sldId="265"/>
            <ac:spMk id="2" creationId="{C42CFA82-BB36-4AAE-950E-84EC95ECFD88}"/>
          </ac:spMkLst>
        </pc:spChg>
        <pc:spChg chg="mod">
          <ac:chgData name="Minh Tam Nguyen" userId="abf79c5162aff1f8" providerId="LiveId" clId="{FC613068-BABC-4658-B5A2-5D7398F86764}" dt="2026-06-02T03:16:20.276" v="158" actId="1076"/>
          <ac:spMkLst>
            <pc:docMk/>
            <pc:sldMk cId="1960851870" sldId="265"/>
            <ac:spMk id="4" creationId="{F5429573-D192-44D3-8E6A-7D5BDFF9D106}"/>
          </ac:spMkLst>
        </pc:spChg>
        <pc:spChg chg="del">
          <ac:chgData name="Minh Tam Nguyen" userId="abf79c5162aff1f8" providerId="LiveId" clId="{FC613068-BABC-4658-B5A2-5D7398F86764}" dt="2026-06-02T03:02:10.756" v="114" actId="478"/>
          <ac:spMkLst>
            <pc:docMk/>
            <pc:sldMk cId="1960851870" sldId="265"/>
            <ac:spMk id="11" creationId="{C130F480-9E69-4AD0-953E-0230F4B5A065}"/>
          </ac:spMkLst>
        </pc:spChg>
        <pc:spChg chg="del mod">
          <ac:chgData name="Minh Tam Nguyen" userId="abf79c5162aff1f8" providerId="LiveId" clId="{FC613068-BABC-4658-B5A2-5D7398F86764}" dt="2026-06-02T03:17:36.034" v="177" actId="478"/>
          <ac:spMkLst>
            <pc:docMk/>
            <pc:sldMk cId="1960851870" sldId="265"/>
            <ac:spMk id="21" creationId="{4B133B19-9335-446A-B362-93C124389621}"/>
          </ac:spMkLst>
        </pc:spChg>
        <pc:spChg chg="mod">
          <ac:chgData name="Minh Tam Nguyen" userId="abf79c5162aff1f8" providerId="LiveId" clId="{FC613068-BABC-4658-B5A2-5D7398F86764}" dt="2026-06-02T03:02:08.510" v="113"/>
          <ac:spMkLst>
            <pc:docMk/>
            <pc:sldMk cId="1960851870" sldId="265"/>
            <ac:spMk id="26" creationId="{18C219A7-E75F-478C-82B5-CF563C2D69E4}"/>
          </ac:spMkLst>
        </pc:spChg>
        <pc:graphicFrameChg chg="add del mod">
          <ac:chgData name="Minh Tam Nguyen" userId="abf79c5162aff1f8" providerId="LiveId" clId="{FC613068-BABC-4658-B5A2-5D7398F86764}" dt="2026-06-02T03:02:28.997" v="122"/>
          <ac:graphicFrameMkLst>
            <pc:docMk/>
            <pc:sldMk cId="1960851870" sldId="265"/>
            <ac:graphicFrameMk id="3" creationId="{F84A791A-FA64-4BEC-A842-A97B9E4D6142}"/>
          </ac:graphicFrameMkLst>
        </pc:graphicFrameChg>
        <pc:graphicFrameChg chg="add del mod">
          <ac:chgData name="Minh Tam Nguyen" userId="abf79c5162aff1f8" providerId="LiveId" clId="{FC613068-BABC-4658-B5A2-5D7398F86764}" dt="2026-06-02T03:02:28.997" v="122"/>
          <ac:graphicFrameMkLst>
            <pc:docMk/>
            <pc:sldMk cId="1960851870" sldId="265"/>
            <ac:graphicFrameMk id="5" creationId="{34AE1826-6069-408E-B3C4-0FA8146C2EA8}"/>
          </ac:graphicFrameMkLst>
        </pc:graphicFrameChg>
        <pc:graphicFrameChg chg="add del mod">
          <ac:chgData name="Minh Tam Nguyen" userId="abf79c5162aff1f8" providerId="LiveId" clId="{FC613068-BABC-4658-B5A2-5D7398F86764}" dt="2026-06-02T03:02:28.997" v="122"/>
          <ac:graphicFrameMkLst>
            <pc:docMk/>
            <pc:sldMk cId="1960851870" sldId="265"/>
            <ac:graphicFrameMk id="6" creationId="{D63274C2-3766-4389-BD3F-28D24CD8A166}"/>
          </ac:graphicFrameMkLst>
        </pc:graphicFrameChg>
        <pc:graphicFrameChg chg="add del mod">
          <ac:chgData name="Minh Tam Nguyen" userId="abf79c5162aff1f8" providerId="LiveId" clId="{FC613068-BABC-4658-B5A2-5D7398F86764}" dt="2026-06-02T03:02:28.997" v="122"/>
          <ac:graphicFrameMkLst>
            <pc:docMk/>
            <pc:sldMk cId="1960851870" sldId="265"/>
            <ac:graphicFrameMk id="7" creationId="{E38F5DFA-951D-489F-AE24-3C1EE12B93D6}"/>
          </ac:graphicFrameMkLst>
        </pc:graphicFrameChg>
        <pc:graphicFrameChg chg="add del mod">
          <ac:chgData name="Minh Tam Nguyen" userId="abf79c5162aff1f8" providerId="LiveId" clId="{FC613068-BABC-4658-B5A2-5D7398F86764}" dt="2026-06-02T03:02:28.997" v="122"/>
          <ac:graphicFrameMkLst>
            <pc:docMk/>
            <pc:sldMk cId="1960851870" sldId="265"/>
            <ac:graphicFrameMk id="8" creationId="{8390ECF8-90E1-40A6-9AF2-EEEA1E9DCCA1}"/>
          </ac:graphicFrameMkLst>
        </pc:graphicFrameChg>
        <pc:graphicFrameChg chg="add del mod modGraphic">
          <ac:chgData name="Minh Tam Nguyen" userId="abf79c5162aff1f8" providerId="LiveId" clId="{FC613068-BABC-4658-B5A2-5D7398F86764}" dt="2026-06-02T03:02:28.997" v="122"/>
          <ac:graphicFrameMkLst>
            <pc:docMk/>
            <pc:sldMk cId="1960851870" sldId="265"/>
            <ac:graphicFrameMk id="9" creationId="{FA034047-5A36-45B1-A55D-BFC7648EEC88}"/>
          </ac:graphicFrameMkLst>
        </pc:graphicFrameChg>
        <pc:graphicFrameChg chg="add del mod modGraphic">
          <ac:chgData name="Minh Tam Nguyen" userId="abf79c5162aff1f8" providerId="LiveId" clId="{FC613068-BABC-4658-B5A2-5D7398F86764}" dt="2026-06-02T03:17:40.641" v="178" actId="478"/>
          <ac:graphicFrameMkLst>
            <pc:docMk/>
            <pc:sldMk cId="1960851870" sldId="265"/>
            <ac:graphicFrameMk id="10" creationId="{EB4F588D-C3E8-4404-9EFF-49AB7870134B}"/>
          </ac:graphicFrameMkLst>
        </pc:graphicFrameChg>
        <pc:graphicFrameChg chg="add del mod modGraphic">
          <ac:chgData name="Minh Tam Nguyen" userId="abf79c5162aff1f8" providerId="LiveId" clId="{FC613068-BABC-4658-B5A2-5D7398F86764}" dt="2026-06-02T03:16:40.948" v="162" actId="21"/>
          <ac:graphicFrameMkLst>
            <pc:docMk/>
            <pc:sldMk cId="1960851870" sldId="265"/>
            <ac:graphicFrameMk id="12" creationId="{1F7F9AC7-AC2B-454E-A024-3438C1AE3B63}"/>
          </ac:graphicFrameMkLst>
        </pc:graphicFrameChg>
        <pc:graphicFrameChg chg="add del mod">
          <ac:chgData name="Minh Tam Nguyen" userId="abf79c5162aff1f8" providerId="LiveId" clId="{FC613068-BABC-4658-B5A2-5D7398F86764}" dt="2026-06-02T03:17:36.034" v="177" actId="478"/>
          <ac:graphicFrameMkLst>
            <pc:docMk/>
            <pc:sldMk cId="1960851870" sldId="265"/>
            <ac:graphicFrameMk id="13" creationId="{F5645D1B-5E7D-4058-B555-DBF5CAC2F2B7}"/>
          </ac:graphicFrameMkLst>
        </pc:graphicFrameChg>
        <pc:graphicFrameChg chg="add del mod">
          <ac:chgData name="Minh Tam Nguyen" userId="abf79c5162aff1f8" providerId="LiveId" clId="{FC613068-BABC-4658-B5A2-5D7398F86764}" dt="2026-06-02T03:17:36.034" v="177" actId="478"/>
          <ac:graphicFrameMkLst>
            <pc:docMk/>
            <pc:sldMk cId="1960851870" sldId="265"/>
            <ac:graphicFrameMk id="14" creationId="{CB16C38D-6C15-46DD-915C-2590F6D3870B}"/>
          </ac:graphicFrameMkLst>
        </pc:graphicFrameChg>
        <pc:graphicFrameChg chg="add del mod modGraphic">
          <ac:chgData name="Minh Tam Nguyen" userId="abf79c5162aff1f8" providerId="LiveId" clId="{FC613068-BABC-4658-B5A2-5D7398F86764}" dt="2026-06-02T03:17:36.034" v="177" actId="478"/>
          <ac:graphicFrameMkLst>
            <pc:docMk/>
            <pc:sldMk cId="1960851870" sldId="265"/>
            <ac:graphicFrameMk id="15" creationId="{6FF28C94-207E-41A9-A9DC-9258283DFAE3}"/>
          </ac:graphicFrameMkLst>
        </pc:graphicFrameChg>
        <pc:graphicFrameChg chg="add del mod modGraphic">
          <ac:chgData name="Minh Tam Nguyen" userId="abf79c5162aff1f8" providerId="LiveId" clId="{FC613068-BABC-4658-B5A2-5D7398F86764}" dt="2026-06-02T03:17:36.034" v="177" actId="478"/>
          <ac:graphicFrameMkLst>
            <pc:docMk/>
            <pc:sldMk cId="1960851870" sldId="265"/>
            <ac:graphicFrameMk id="16" creationId="{0F58450E-4F9E-48AE-ADC3-6C48F65104B9}"/>
          </ac:graphicFrameMkLst>
        </pc:graphicFrameChg>
        <pc:graphicFrameChg chg="add mod modGraphic">
          <ac:chgData name="Minh Tam Nguyen" userId="abf79c5162aff1f8" providerId="LiveId" clId="{FC613068-BABC-4658-B5A2-5D7398F86764}" dt="2026-06-02T03:24:57.995" v="204" actId="20577"/>
          <ac:graphicFrameMkLst>
            <pc:docMk/>
            <pc:sldMk cId="1960851870" sldId="265"/>
            <ac:graphicFrameMk id="17" creationId="{759BFB62-5C76-4850-BD99-2D2A8C564101}"/>
          </ac:graphicFrameMkLst>
        </pc:graphicFrameChg>
        <pc:graphicFrameChg chg="add del mod">
          <ac:chgData name="Minh Tam Nguyen" userId="abf79c5162aff1f8" providerId="LiveId" clId="{FC613068-BABC-4658-B5A2-5D7398F86764}" dt="2026-06-02T03:17:36.034" v="177" actId="478"/>
          <ac:graphicFrameMkLst>
            <pc:docMk/>
            <pc:sldMk cId="1960851870" sldId="265"/>
            <ac:graphicFrameMk id="27" creationId="{A7056B86-8CED-4960-B5D9-04CBCCC66149}"/>
          </ac:graphicFrameMkLst>
        </pc:graphicFrameChg>
        <pc:graphicFrameChg chg="add del mod">
          <ac:chgData name="Minh Tam Nguyen" userId="abf79c5162aff1f8" providerId="LiveId" clId="{FC613068-BABC-4658-B5A2-5D7398F86764}" dt="2026-06-02T03:16:49.926" v="165"/>
          <ac:graphicFrameMkLst>
            <pc:docMk/>
            <pc:sldMk cId="1960851870" sldId="265"/>
            <ac:graphicFrameMk id="29" creationId="{C8957C2A-7A0B-488F-AD8A-5D0170FD759F}"/>
          </ac:graphicFrameMkLst>
        </pc:graphicFrameChg>
      </pc:sldChg>
      <pc:sldChg chg="add del">
        <pc:chgData name="Minh Tam Nguyen" userId="abf79c5162aff1f8" providerId="LiveId" clId="{FC613068-BABC-4658-B5A2-5D7398F86764}" dt="2026-06-02T02:52:53.589" v="12"/>
        <pc:sldMkLst>
          <pc:docMk/>
          <pc:sldMk cId="2046270907" sldId="265"/>
        </pc:sldMkLst>
      </pc:sldChg>
      <pc:sldChg chg="add del">
        <pc:chgData name="Minh Tam Nguyen" userId="abf79c5162aff1f8" providerId="LiveId" clId="{FC613068-BABC-4658-B5A2-5D7398F86764}" dt="2026-06-02T02:52:11.789" v="1"/>
        <pc:sldMkLst>
          <pc:docMk/>
          <pc:sldMk cId="2505729870" sldId="265"/>
        </pc:sldMkLst>
      </pc:sldChg>
      <pc:sldChg chg="add del">
        <pc:chgData name="Minh Tam Nguyen" userId="abf79c5162aff1f8" providerId="LiveId" clId="{FC613068-BABC-4658-B5A2-5D7398F86764}" dt="2026-06-02T02:52:26.367" v="6"/>
        <pc:sldMkLst>
          <pc:docMk/>
          <pc:sldMk cId="2682595455" sldId="265"/>
        </pc:sldMkLst>
      </pc:sldChg>
      <pc:sldChg chg="add del">
        <pc:chgData name="Minh Tam Nguyen" userId="abf79c5162aff1f8" providerId="LiveId" clId="{FC613068-BABC-4658-B5A2-5D7398F86764}" dt="2026-06-02T02:52:47.296" v="10"/>
        <pc:sldMkLst>
          <pc:docMk/>
          <pc:sldMk cId="4261281817" sldId="265"/>
        </pc:sldMkLst>
      </pc:sldChg>
      <pc:sldChg chg="add del">
        <pc:chgData name="Minh Tam Nguyen" userId="abf79c5162aff1f8" providerId="LiveId" clId="{FC613068-BABC-4658-B5A2-5D7398F86764}" dt="2026-06-02T02:52:34.404" v="8"/>
        <pc:sldMkLst>
          <pc:docMk/>
          <pc:sldMk cId="4285355111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D3F2D-E7C6-4D58-9C36-FCF4AF8BD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DB240-C4FE-40F8-8266-3B3BAC7B7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F926E-1C7D-4A45-8BA4-6A4AE3E3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73B57-58A2-4B5A-B4E3-146BD4337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AF41F-5903-46B0-BB94-B87E3ECB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00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D71C-7C31-445C-9C47-CF0BAD7B1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E465E-6F90-4867-8A08-AA28F3967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85E4F-8A71-451E-8D72-784D0CAD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2CD52-413A-4034-B860-2F449026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1B0F4-CDC5-46E2-824C-3F6468EC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81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87C7-3846-4D4F-808C-28C4BB039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0384F-91C0-4513-844A-D0AB08FD7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4A91A-47BD-42E3-A026-8573EB1A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C38A9-B3EB-4DBF-B093-EFA1D24E0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AF193-A2BA-4A20-B874-6215D886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6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D5FA-74A8-4EA3-BCE3-1F34A2FF5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4EAE7-D73C-4FA1-97D0-4D89C8CBA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8CB16-448A-4762-BFBF-272DFB7C8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E7B9C-D711-4D28-8D38-A121DDBB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AEE36-2A46-4199-B983-C0D58CD56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1FB9B-A569-4047-9C27-195E84FD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49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C67D-625A-4760-97B8-6FD573BD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F27C4-5098-4E4A-9AB0-681E3A4F9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B3495-50DC-440C-8B1B-D070539AF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5AED5-03A9-4417-BC49-3CE927C89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940D69-D089-4898-87BB-21D1504B1F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2651A4-F68B-46D7-933C-09973C6B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E3941D-EB36-4403-AA39-832EF384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0E0084-E24C-499B-82A4-CDE7FE01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21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E604-582E-41F2-8F33-346CBC38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75246-036A-42C3-B6A6-E36F116EF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4E7F0-C702-4557-970F-E56582D5F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15E51-4B66-4F3C-96C3-1EEDA308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35267-B499-433F-B8F4-E88B0F24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86E5D-975F-4CB6-A459-B0047A720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44410-7759-4AF4-8FFC-8EF068A74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21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B6BB-9D71-4F55-A727-FF32EF44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0BAF-05D7-4441-A126-E61E30DED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1DB2B-72BC-4615-9EF2-1490DD38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0D51C-9F60-4B04-BCB8-6FB67A833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4B520-405A-4DAC-A7DF-F82B2F96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D62AE-0EA6-4518-9F73-C75EC59BF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0FFC-BFC4-4F16-80A8-38AC3E5B3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9EB20E-83E8-4D10-A0E7-962C1D107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6906C-5CB6-4A09-A684-FB8F64D07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B114E-ECFB-408B-AE66-7683BF25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D71BE-096F-4A4D-869E-817664E7F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FF28B-519C-4BDC-9358-ABB2E28B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42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2FCD-9338-4D37-8474-69A2F1EC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4E4D0-B8ED-4844-9ECB-8E526A7A1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5FA42-08DD-44F3-BA54-D4FB3EA5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BC57C-7C51-46B5-951F-FB65DEA9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DB8EC-BA9E-4259-901B-E9598BEA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28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EB7187-8042-418D-BFA3-29B4FCD8E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BCF6C-ED02-4CA9-BB9F-B05D1AAFD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3DBD5-4ECA-4B4E-BF06-0E5B86FB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2F647-256A-4A60-B4CD-81A32D81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3DF2B-5CA9-4E6A-BED0-1C1CC056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6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68C52-EA74-4551-AFE8-5E93ACD94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146C1-ABBE-43EE-A5A0-AB5710DF3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5255-4448-4092-8728-63503517AC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6DD47-AD33-4ACA-93A5-F117C24DF1A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46E7C-53AE-4172-888E-3F04395EA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A828-7D5D-455D-AB69-C49A4C951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A11AD-D830-44CE-B6A6-96E4A715F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8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8AF75D-A112-4C1C-AF03-0417BAC22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67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01690D-67B8-4E6A-9265-C3207BA1980F}"/>
              </a:ext>
            </a:extLst>
          </p:cNvPr>
          <p:cNvSpPr txBox="1"/>
          <p:nvPr/>
        </p:nvSpPr>
        <p:spPr>
          <a:xfrm>
            <a:off x="3045460" y="57928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 trúc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6BD39-7D18-45FA-A18B-29252A379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: Rounded Corners 30">
            <a:hlinkClick r:id="rId3" action="ppaction://hlinksldjump"/>
            <a:extLst>
              <a:ext uri="{FF2B5EF4-FFF2-40B4-BE49-F238E27FC236}">
                <a16:creationId xmlns:a16="http://schemas.microsoft.com/office/drawing/2014/main" id="{AD38F572-A833-4CB8-B165-37E967936E61}"/>
              </a:ext>
            </a:extLst>
          </p:cNvPr>
          <p:cNvSpPr/>
          <p:nvPr/>
        </p:nvSpPr>
        <p:spPr>
          <a:xfrm>
            <a:off x="4872803" y="3300173"/>
            <a:ext cx="2399412" cy="938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Cấu trúc CNN</a:t>
            </a:r>
          </a:p>
        </p:txBody>
      </p:sp>
      <p:sp>
        <p:nvSpPr>
          <p:cNvPr id="11" name="Rectangle: Rounded Corners 10">
            <a:hlinkClick r:id="rId4" action="ppaction://hlinksldjump"/>
            <a:extLst>
              <a:ext uri="{FF2B5EF4-FFF2-40B4-BE49-F238E27FC236}">
                <a16:creationId xmlns:a16="http://schemas.microsoft.com/office/drawing/2014/main" id="{DABB956E-E923-4CFB-A5DD-8B780D5EBD85}"/>
              </a:ext>
            </a:extLst>
          </p:cNvPr>
          <p:cNvSpPr/>
          <p:nvPr/>
        </p:nvSpPr>
        <p:spPr>
          <a:xfrm>
            <a:off x="4962177" y="1473271"/>
            <a:ext cx="2220664" cy="938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Ảnh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27B4C1C-2E6D-4426-B5D1-67227580589E}"/>
              </a:ext>
            </a:extLst>
          </p:cNvPr>
          <p:cNvCxnSpPr>
            <a:cxnSpLocks/>
            <a:stCxn id="11" idx="2"/>
            <a:endCxn id="31" idx="0"/>
          </p:cNvCxnSpPr>
          <p:nvPr/>
        </p:nvCxnSpPr>
        <p:spPr>
          <a:xfrm>
            <a:off x="6072509" y="2412242"/>
            <a:ext cx="0" cy="8879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8DF5E21-6418-4DCC-86E8-21D07AC43825}"/>
              </a:ext>
            </a:extLst>
          </p:cNvPr>
          <p:cNvCxnSpPr>
            <a:cxnSpLocks/>
            <a:stCxn id="31" idx="2"/>
            <a:endCxn id="39" idx="0"/>
          </p:cNvCxnSpPr>
          <p:nvPr/>
        </p:nvCxnSpPr>
        <p:spPr>
          <a:xfrm>
            <a:off x="6072509" y="4239144"/>
            <a:ext cx="23491" cy="8879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FF390E1-15FB-4B9E-9060-18083A4BA37C}"/>
              </a:ext>
            </a:extLst>
          </p:cNvPr>
          <p:cNvSpPr/>
          <p:nvPr/>
        </p:nvSpPr>
        <p:spPr>
          <a:xfrm>
            <a:off x="4774488" y="5127076"/>
            <a:ext cx="2643024" cy="938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Huấn luyện model</a:t>
            </a:r>
          </a:p>
        </p:txBody>
      </p:sp>
    </p:spTree>
    <p:extLst>
      <p:ext uri="{BB962C8B-B14F-4D97-AF65-F5344CB8AC3E}">
        <p14:creationId xmlns:p14="http://schemas.microsoft.com/office/powerpoint/2010/main" val="1960851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C76BD39-7D18-45FA-A18B-29252A379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7CC5E-EE9D-4254-8914-2E99CD319393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Ảnh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F361B-F474-49EA-8120-B99C4B28A1F2}"/>
              </a:ext>
            </a:extLst>
          </p:cNvPr>
          <p:cNvSpPr txBox="1"/>
          <p:nvPr/>
        </p:nvSpPr>
        <p:spPr>
          <a:xfrm>
            <a:off x="2473981" y="1056633"/>
            <a:ext cx="9200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/>
              <a:t>Bộ dữ liệu MNIST (Modified National Institute of Standards and Technology) là chuẩn đánh giá tiêu chuẩn để đánh giá các thuật toán machine learning và computer vision.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E70C469-1092-4137-9AE9-6405F3509B60}"/>
              </a:ext>
            </a:extLst>
          </p:cNvPr>
          <p:cNvGrpSpPr/>
          <p:nvPr/>
        </p:nvGrpSpPr>
        <p:grpSpPr>
          <a:xfrm>
            <a:off x="2383492" y="3726015"/>
            <a:ext cx="7120213" cy="2960638"/>
            <a:chOff x="2383492" y="3726015"/>
            <a:chExt cx="7120213" cy="296063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FB27832-C895-478E-854C-454E166F8E4F}"/>
                </a:ext>
              </a:extLst>
            </p:cNvPr>
            <p:cNvSpPr/>
            <p:nvPr/>
          </p:nvSpPr>
          <p:spPr>
            <a:xfrm>
              <a:off x="2383492" y="4803836"/>
              <a:ext cx="1575400" cy="85620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MNIST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81F2BAB-51D7-4F67-909A-5C8A23C679E2}"/>
                </a:ext>
              </a:extLst>
            </p:cNvPr>
            <p:cNvSpPr/>
            <p:nvPr/>
          </p:nvSpPr>
          <p:spPr>
            <a:xfrm>
              <a:off x="4583748" y="4055928"/>
              <a:ext cx="2385858" cy="856202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60.000 dữ liệu TRAIN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92D5D4C-2E23-44C2-BABD-36261FC725FA}"/>
                </a:ext>
              </a:extLst>
            </p:cNvPr>
            <p:cNvSpPr/>
            <p:nvPr/>
          </p:nvSpPr>
          <p:spPr>
            <a:xfrm>
              <a:off x="4583748" y="5472851"/>
              <a:ext cx="2385858" cy="856202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10.000 dữ liệu TEST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65DD3DA-C329-435E-ACDC-3D077E027C74}"/>
                </a:ext>
              </a:extLst>
            </p:cNvPr>
            <p:cNvSpPr/>
            <p:nvPr/>
          </p:nvSpPr>
          <p:spPr>
            <a:xfrm>
              <a:off x="7928305" y="3726015"/>
              <a:ext cx="1575400" cy="69586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Ảnh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72E7D78-5FAC-4B9B-8658-DB54374258BF}"/>
                </a:ext>
              </a:extLst>
            </p:cNvPr>
            <p:cNvSpPr/>
            <p:nvPr/>
          </p:nvSpPr>
          <p:spPr>
            <a:xfrm>
              <a:off x="7928305" y="4484744"/>
              <a:ext cx="1575400" cy="69586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Đáp án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379A318-71B2-4A7C-A9AA-28961555779D}"/>
                </a:ext>
              </a:extLst>
            </p:cNvPr>
            <p:cNvSpPr/>
            <p:nvPr/>
          </p:nvSpPr>
          <p:spPr>
            <a:xfrm>
              <a:off x="7928305" y="5231937"/>
              <a:ext cx="1575400" cy="69586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Ảnh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314EAE5-1699-479D-96E9-61FD53601EFD}"/>
                </a:ext>
              </a:extLst>
            </p:cNvPr>
            <p:cNvSpPr/>
            <p:nvPr/>
          </p:nvSpPr>
          <p:spPr>
            <a:xfrm>
              <a:off x="7928305" y="5983933"/>
              <a:ext cx="1575400" cy="70272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Đáp án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359C370-C952-40C9-8632-085F1ADD9A0F}"/>
                </a:ext>
              </a:extLst>
            </p:cNvPr>
            <p:cNvCxnSpPr>
              <a:cxnSpLocks/>
              <a:stCxn id="29" idx="3"/>
              <a:endCxn id="31" idx="1"/>
            </p:cNvCxnSpPr>
            <p:nvPr/>
          </p:nvCxnSpPr>
          <p:spPr>
            <a:xfrm flipV="1">
              <a:off x="3958892" y="4484029"/>
              <a:ext cx="624856" cy="7479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FD566E7-9E05-4735-B98B-00987A2F2F5D}"/>
                </a:ext>
              </a:extLst>
            </p:cNvPr>
            <p:cNvCxnSpPr>
              <a:cxnSpLocks/>
              <a:stCxn id="29" idx="3"/>
              <a:endCxn id="32" idx="1"/>
            </p:cNvCxnSpPr>
            <p:nvPr/>
          </p:nvCxnSpPr>
          <p:spPr>
            <a:xfrm>
              <a:off x="3958892" y="5231937"/>
              <a:ext cx="624856" cy="6690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8900670-FB35-415B-9C85-C73630B22B2F}"/>
                </a:ext>
              </a:extLst>
            </p:cNvPr>
            <p:cNvCxnSpPr>
              <a:cxnSpLocks/>
              <a:stCxn id="31" idx="3"/>
              <a:endCxn id="34" idx="1"/>
            </p:cNvCxnSpPr>
            <p:nvPr/>
          </p:nvCxnSpPr>
          <p:spPr>
            <a:xfrm flipV="1">
              <a:off x="6969606" y="4073948"/>
              <a:ext cx="958698" cy="4100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A60E67F-0837-42B4-841B-F0B5731E7811}"/>
                </a:ext>
              </a:extLst>
            </p:cNvPr>
            <p:cNvCxnSpPr>
              <a:cxnSpLocks/>
              <a:stCxn id="31" idx="3"/>
              <a:endCxn id="35" idx="1"/>
            </p:cNvCxnSpPr>
            <p:nvPr/>
          </p:nvCxnSpPr>
          <p:spPr>
            <a:xfrm>
              <a:off x="6969606" y="4484029"/>
              <a:ext cx="958698" cy="3486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079BDA1-8E83-49D4-BAF9-22AB6856265E}"/>
                </a:ext>
              </a:extLst>
            </p:cNvPr>
            <p:cNvCxnSpPr>
              <a:cxnSpLocks/>
              <a:stCxn id="32" idx="3"/>
              <a:endCxn id="37" idx="1"/>
            </p:cNvCxnSpPr>
            <p:nvPr/>
          </p:nvCxnSpPr>
          <p:spPr>
            <a:xfrm flipV="1">
              <a:off x="6969606" y="5579870"/>
              <a:ext cx="958698" cy="32108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9B58048-BB0D-43B9-96A7-22F423C85D7E}"/>
                </a:ext>
              </a:extLst>
            </p:cNvPr>
            <p:cNvCxnSpPr>
              <a:cxnSpLocks/>
              <a:stCxn id="32" idx="3"/>
              <a:endCxn id="38" idx="1"/>
            </p:cNvCxnSpPr>
            <p:nvPr/>
          </p:nvCxnSpPr>
          <p:spPr>
            <a:xfrm>
              <a:off x="6969606" y="5900952"/>
              <a:ext cx="958698" cy="43434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782188-EB6C-4E7E-A372-4FDEE532ACCA}"/>
              </a:ext>
            </a:extLst>
          </p:cNvPr>
          <p:cNvGrpSpPr/>
          <p:nvPr/>
        </p:nvGrpSpPr>
        <p:grpSpPr>
          <a:xfrm>
            <a:off x="838200" y="1277106"/>
            <a:ext cx="1480970" cy="759381"/>
            <a:chOff x="838200" y="1338186"/>
            <a:chExt cx="1480970" cy="75938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02B90BF-E3D0-47E0-AEDC-6795365DB745}"/>
                </a:ext>
              </a:extLst>
            </p:cNvPr>
            <p:cNvSpPr/>
            <p:nvPr/>
          </p:nvSpPr>
          <p:spPr>
            <a:xfrm>
              <a:off x="838200" y="1338186"/>
              <a:ext cx="1480970" cy="7593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115AD8B-EC70-4B3A-A64A-CA522B5B49BA}"/>
                </a:ext>
              </a:extLst>
            </p:cNvPr>
            <p:cNvSpPr txBox="1"/>
            <p:nvPr/>
          </p:nvSpPr>
          <p:spPr>
            <a:xfrm>
              <a:off x="993011" y="1481004"/>
              <a:ext cx="117134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Nguồn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8560E65-5C78-49ED-9957-DD81AE97B833}"/>
              </a:ext>
            </a:extLst>
          </p:cNvPr>
          <p:cNvGrpSpPr/>
          <p:nvPr/>
        </p:nvGrpSpPr>
        <p:grpSpPr>
          <a:xfrm>
            <a:off x="838200" y="2746159"/>
            <a:ext cx="1480970" cy="759381"/>
            <a:chOff x="838200" y="1338186"/>
            <a:chExt cx="1480970" cy="759381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EB4E9624-D7D6-49F7-AA58-1337EB2B1013}"/>
                </a:ext>
              </a:extLst>
            </p:cNvPr>
            <p:cNvSpPr/>
            <p:nvPr/>
          </p:nvSpPr>
          <p:spPr>
            <a:xfrm>
              <a:off x="838200" y="1338186"/>
              <a:ext cx="1480970" cy="7593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F1B2BC6-CFAB-4392-A20F-338774DC2F62}"/>
                </a:ext>
              </a:extLst>
            </p:cNvPr>
            <p:cNvSpPr txBox="1"/>
            <p:nvPr/>
          </p:nvSpPr>
          <p:spPr>
            <a:xfrm>
              <a:off x="993011" y="1487043"/>
              <a:ext cx="117134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</a:rPr>
                <a:t>Mô tả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AA6132F8-48D2-4A1B-AB39-95F95FC36014}"/>
              </a:ext>
            </a:extLst>
          </p:cNvPr>
          <p:cNvSpPr txBox="1"/>
          <p:nvPr/>
        </p:nvSpPr>
        <p:spPr>
          <a:xfrm>
            <a:off x="2473981" y="2525683"/>
            <a:ext cx="84368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Số lượng: 70.000 ảnh chữ số viết tay và đáp án</a:t>
            </a:r>
          </a:p>
          <a:p>
            <a:r>
              <a:rPr lang="en-US" sz="2400"/>
              <a:t>Kích thước: 28x28 pixel</a:t>
            </a:r>
          </a:p>
          <a:p>
            <a:r>
              <a:rPr lang="en-US" sz="2400"/>
              <a:t>Màu sắc: grayscale (đen → xám đậm → xám → xám nhạt → trắng)</a:t>
            </a:r>
          </a:p>
        </p:txBody>
      </p:sp>
    </p:spTree>
    <p:extLst>
      <p:ext uri="{BB962C8B-B14F-4D97-AF65-F5344CB8AC3E}">
        <p14:creationId xmlns:p14="http://schemas.microsoft.com/office/powerpoint/2010/main" val="3819341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8C7304D-C7EF-4655-B9CE-506C6FF8D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5146" y="3073420"/>
            <a:ext cx="488816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Là phần dữ liệu hoàn toàn mới mà mô hình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chưa từng được thấy</a:t>
            </a:r>
            <a:r>
              <a:rPr lang="en-US" altLang="en-US" sz="2800"/>
              <a:t>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trong suốt quá trình học. Khi học xong, ta đưa </a:t>
            </a:r>
            <a:r>
              <a:rPr lang="en-US" altLang="en-US" sz="2800"/>
              <a:t>ảnh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cho mô hình đoán xem độ chính xác thực tế đạt bao nhiêu.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C10FA-9786-41B5-861A-94F1462F8E31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EA0551-1C67-4417-95B1-31286EDC1D5F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D255B76-CF0D-4C58-AD07-BAF4547B4778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0C45F38-79BD-4C49-A066-0C54A75CE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50EB8A-03F5-44FA-8008-F5A1848B62ED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4A0A0A1-F7F4-4B71-8EB4-C79009FD3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D758F0-A2E0-4EFA-88FC-DBE9738F222F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Ảnh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D8DF5B-DD62-4855-A894-D552DA289055}"/>
              </a:ext>
            </a:extLst>
          </p:cNvPr>
          <p:cNvSpPr/>
          <p:nvPr/>
        </p:nvSpPr>
        <p:spPr>
          <a:xfrm>
            <a:off x="829002" y="1729612"/>
            <a:ext cx="4888166" cy="10675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Train (Dữ liệu học/huấn luyện)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2DAA09B-6B40-4FE7-8D9D-08B606858CB2}"/>
              </a:ext>
            </a:extLst>
          </p:cNvPr>
          <p:cNvSpPr/>
          <p:nvPr/>
        </p:nvSpPr>
        <p:spPr>
          <a:xfrm>
            <a:off x="6474832" y="1729612"/>
            <a:ext cx="4888166" cy="10675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Test (Dữ liệu thi/kiểm tra)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D935D6-E071-468E-BDB0-5A9D56A18311}"/>
              </a:ext>
            </a:extLst>
          </p:cNvPr>
          <p:cNvSpPr txBox="1"/>
          <p:nvPr/>
        </p:nvSpPr>
        <p:spPr>
          <a:xfrm>
            <a:off x="1075858" y="3073420"/>
            <a:ext cx="46310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Là phần dữ liệu mô hình được phép xem cả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ảnh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lẫn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đáp án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Mô hình sẽ liên tục nhìn ảnh, đoán chữ số, so sánh với đáp án rồi tự điều chỉnh các trọng số để giảm lỗi.</a:t>
            </a:r>
          </a:p>
        </p:txBody>
      </p:sp>
    </p:spTree>
    <p:extLst>
      <p:ext uri="{BB962C8B-B14F-4D97-AF65-F5344CB8AC3E}">
        <p14:creationId xmlns:p14="http://schemas.microsoft.com/office/powerpoint/2010/main" val="325235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C76BD39-7D18-45FA-A18B-29252A379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7CC5E-EE9D-4254-8914-2E99CD319393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Ảnh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6991A-E74F-4086-ADC7-0FAED1527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39" y="2662529"/>
            <a:ext cx="1067978" cy="10623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A44705-FF0B-47A5-BA75-F15BCAA3B07A}"/>
              </a:ext>
            </a:extLst>
          </p:cNvPr>
          <p:cNvSpPr txBox="1"/>
          <p:nvPr/>
        </p:nvSpPr>
        <p:spPr>
          <a:xfrm>
            <a:off x="4050324" y="463534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5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6CDD40-0F27-45C2-B042-66BC11164D48}"/>
              </a:ext>
            </a:extLst>
          </p:cNvPr>
          <p:cNvGrpSpPr/>
          <p:nvPr/>
        </p:nvGrpSpPr>
        <p:grpSpPr>
          <a:xfrm>
            <a:off x="1093662" y="4486487"/>
            <a:ext cx="1542086" cy="759381"/>
            <a:chOff x="7787315" y="791332"/>
            <a:chExt cx="1542086" cy="759381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68107C14-F081-4082-877B-E0554B27678D}"/>
                </a:ext>
              </a:extLst>
            </p:cNvPr>
            <p:cNvSpPr/>
            <p:nvPr/>
          </p:nvSpPr>
          <p:spPr>
            <a:xfrm>
              <a:off x="7787315" y="791332"/>
              <a:ext cx="1542086" cy="7593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EE16973-EB43-4EA8-9B11-EC5578939FAE}"/>
                </a:ext>
              </a:extLst>
            </p:cNvPr>
            <p:cNvSpPr txBox="1"/>
            <p:nvPr/>
          </p:nvSpPr>
          <p:spPr>
            <a:xfrm>
              <a:off x="8026001" y="940191"/>
              <a:ext cx="1085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Đáp án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63ED479-04F7-4D5C-8C39-40E34E383970}"/>
              </a:ext>
            </a:extLst>
          </p:cNvPr>
          <p:cNvGrpSpPr/>
          <p:nvPr/>
        </p:nvGrpSpPr>
        <p:grpSpPr>
          <a:xfrm>
            <a:off x="1093662" y="2813993"/>
            <a:ext cx="1542086" cy="759381"/>
            <a:chOff x="2695945" y="791332"/>
            <a:chExt cx="1542086" cy="75938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1234401-D992-4B9A-9930-EFB3863BF1A5}"/>
                </a:ext>
              </a:extLst>
            </p:cNvPr>
            <p:cNvSpPr/>
            <p:nvPr/>
          </p:nvSpPr>
          <p:spPr>
            <a:xfrm>
              <a:off x="2695945" y="791332"/>
              <a:ext cx="1542086" cy="7593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5E0E27B-376C-418F-966F-A6FB1316FF97}"/>
                </a:ext>
              </a:extLst>
            </p:cNvPr>
            <p:cNvSpPr txBox="1"/>
            <p:nvPr/>
          </p:nvSpPr>
          <p:spPr>
            <a:xfrm>
              <a:off x="2843173" y="940191"/>
              <a:ext cx="13356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Hình ảnh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6F0FB76-61D6-4F5B-BDBA-1A666292D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998" y="2662529"/>
            <a:ext cx="1067979" cy="106608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5DE4CC4-F04F-45C1-A415-958F418577AE}"/>
              </a:ext>
            </a:extLst>
          </p:cNvPr>
          <p:cNvSpPr txBox="1"/>
          <p:nvPr/>
        </p:nvSpPr>
        <p:spPr>
          <a:xfrm>
            <a:off x="6612283" y="463534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C4B403-CD32-48FF-9ABC-CF2AE6AE8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585" y="2658747"/>
            <a:ext cx="1069883" cy="106608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2AB3AFD5-4D84-45CF-86A5-4187E3ABD073}"/>
              </a:ext>
            </a:extLst>
          </p:cNvPr>
          <p:cNvSpPr txBox="1"/>
          <p:nvPr/>
        </p:nvSpPr>
        <p:spPr>
          <a:xfrm>
            <a:off x="9183447" y="4635343"/>
            <a:ext cx="340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7A4B25-8A07-4237-8373-57D4C5AB67C7}"/>
              </a:ext>
            </a:extLst>
          </p:cNvPr>
          <p:cNvSpPr/>
          <p:nvPr/>
        </p:nvSpPr>
        <p:spPr>
          <a:xfrm>
            <a:off x="4070716" y="1100922"/>
            <a:ext cx="4050568" cy="860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Một số mẫu dữ liệu từ MNIST</a:t>
            </a:r>
          </a:p>
        </p:txBody>
      </p:sp>
    </p:spTree>
    <p:extLst>
      <p:ext uri="{BB962C8B-B14F-4D97-AF65-F5344CB8AC3E}">
        <p14:creationId xmlns:p14="http://schemas.microsoft.com/office/powerpoint/2010/main" val="1654413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5328FD-F9BB-4625-94E4-B33EB0AC7714}"/>
              </a:ext>
            </a:extLst>
          </p:cNvPr>
          <p:cNvSpPr txBox="1"/>
          <p:nvPr/>
        </p:nvSpPr>
        <p:spPr>
          <a:xfrm>
            <a:off x="2871242" y="4721509"/>
            <a:ext cx="96317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vi-VN" sz="2400" i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hận diện vật thể, phân loại hình ảnh và xử lý video hiệ</a:t>
            </a:r>
            <a:r>
              <a:rPr lang="en-US" sz="2400" i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vi-VN" sz="2400" i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quả</a:t>
            </a:r>
            <a:r>
              <a:rPr lang="en-US" sz="2400" i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5160BF-D184-49A6-B401-766461B0416F}"/>
              </a:ext>
            </a:extLst>
          </p:cNvPr>
          <p:cNvSpPr/>
          <p:nvPr/>
        </p:nvSpPr>
        <p:spPr>
          <a:xfrm>
            <a:off x="748435" y="1451257"/>
            <a:ext cx="1792941" cy="9087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Khái niệm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3BF278-59BF-4F13-83D3-9EB06B3AF1E3}"/>
              </a:ext>
            </a:extLst>
          </p:cNvPr>
          <p:cNvSpPr txBox="1"/>
          <p:nvPr/>
        </p:nvSpPr>
        <p:spPr>
          <a:xfrm>
            <a:off x="2871242" y="1307523"/>
            <a:ext cx="87094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400" i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Convolutional Neural Networks (CNN) là một mô hình</a:t>
            </a:r>
            <a:r>
              <a:rPr lang="vi-VN" sz="24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 học sâu (Deep Learning) được thiết kế chuyên biệt để xử lý dữ liệu hình ảnh và thị giác máy tính</a:t>
            </a:r>
            <a:r>
              <a:rPr lang="vi-VN" sz="2400" i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i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5F1F370-26D4-459C-8036-DCCC8FFF882E}"/>
              </a:ext>
            </a:extLst>
          </p:cNvPr>
          <p:cNvSpPr/>
          <p:nvPr/>
        </p:nvSpPr>
        <p:spPr>
          <a:xfrm>
            <a:off x="748435" y="2974600"/>
            <a:ext cx="1792941" cy="9087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Nguyên lý hoạt động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2D5A63E-7059-4F6D-BC3D-8672360FBFDA}"/>
              </a:ext>
            </a:extLst>
          </p:cNvPr>
          <p:cNvSpPr/>
          <p:nvPr/>
        </p:nvSpPr>
        <p:spPr>
          <a:xfrm>
            <a:off x="748434" y="4497943"/>
            <a:ext cx="1792941" cy="9087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Ứng dụng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AC9FC0-6BA2-46C5-8581-0CE8796CDE14}"/>
              </a:ext>
            </a:extLst>
          </p:cNvPr>
          <p:cNvSpPr txBox="1"/>
          <p:nvPr/>
        </p:nvSpPr>
        <p:spPr>
          <a:xfrm>
            <a:off x="2893358" y="2828834"/>
            <a:ext cx="86146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vi-VN" sz="2400" i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oạt động dựa trên nguyên lý của </a:t>
            </a:r>
            <a:r>
              <a:rPr lang="vi-VN" sz="2400">
                <a:effectLst/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mạng nơ-ron truyền thống</a:t>
            </a:r>
            <a:r>
              <a:rPr lang="vi-VN" sz="24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có </a:t>
            </a:r>
            <a:r>
              <a:rPr lang="vi-VN" sz="2400">
                <a:effectLst/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khả năng tự động trích xuất đặc trưng</a:t>
            </a:r>
            <a:r>
              <a:rPr lang="vi-VN" sz="240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mà không cần sự can thiệp thủ công từ con người. </a:t>
            </a:r>
            <a:endParaRPr lang="en-US" sz="240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099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1D67B3-8CB6-443B-9B2B-6236C12BB09D}"/>
              </a:ext>
            </a:extLst>
          </p:cNvPr>
          <p:cNvSpPr/>
          <p:nvPr/>
        </p:nvSpPr>
        <p:spPr>
          <a:xfrm>
            <a:off x="1861314" y="1274136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Conv2D</a:t>
            </a:r>
            <a:endParaRPr lang="en-US" b="1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FC329D-C447-4A4F-9098-3AB5DB5714DB}"/>
              </a:ext>
            </a:extLst>
          </p:cNvPr>
          <p:cNvSpPr/>
          <p:nvPr/>
        </p:nvSpPr>
        <p:spPr>
          <a:xfrm>
            <a:off x="4199653" y="1274136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ReLU</a:t>
            </a:r>
            <a:endParaRPr lang="en-US" b="1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EF24F52-9B70-4973-AD86-AED9CAE60F1A}"/>
              </a:ext>
            </a:extLst>
          </p:cNvPr>
          <p:cNvSpPr/>
          <p:nvPr/>
        </p:nvSpPr>
        <p:spPr>
          <a:xfrm>
            <a:off x="6537992" y="1274136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MaxPooling</a:t>
            </a:r>
            <a:endParaRPr lang="en-US" b="1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FA14D73-28D2-47FF-BFF1-971F7EA78A5D}"/>
              </a:ext>
            </a:extLst>
          </p:cNvPr>
          <p:cNvSpPr/>
          <p:nvPr/>
        </p:nvSpPr>
        <p:spPr>
          <a:xfrm>
            <a:off x="8876331" y="1274135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Conv2D</a:t>
            </a:r>
            <a:endParaRPr lang="en-US" b="1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48C05E6-9EFD-48C5-A24A-08BAE6528E5A}"/>
              </a:ext>
            </a:extLst>
          </p:cNvPr>
          <p:cNvSpPr/>
          <p:nvPr/>
        </p:nvSpPr>
        <p:spPr>
          <a:xfrm>
            <a:off x="8876331" y="2827293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ReLU</a:t>
            </a:r>
            <a:endParaRPr lang="en-US" b="1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53BE681-F15A-4C91-97BC-53D6A1B8F666}"/>
              </a:ext>
            </a:extLst>
          </p:cNvPr>
          <p:cNvSpPr/>
          <p:nvPr/>
        </p:nvSpPr>
        <p:spPr>
          <a:xfrm>
            <a:off x="6537992" y="2827293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MaxPooling</a:t>
            </a:r>
            <a:endParaRPr lang="en-US" b="1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2CCE33A-E8DD-40F3-BBCC-3DF61F0BD280}"/>
              </a:ext>
            </a:extLst>
          </p:cNvPr>
          <p:cNvSpPr/>
          <p:nvPr/>
        </p:nvSpPr>
        <p:spPr>
          <a:xfrm>
            <a:off x="4199653" y="2827292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Flatten</a:t>
            </a:r>
            <a:endParaRPr lang="en-US" b="1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092E6C-FB57-4F67-8022-68DF192E3AA8}"/>
              </a:ext>
            </a:extLst>
          </p:cNvPr>
          <p:cNvSpPr/>
          <p:nvPr/>
        </p:nvSpPr>
        <p:spPr>
          <a:xfrm>
            <a:off x="6537992" y="4380445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Dense(32)</a:t>
            </a:r>
            <a:endParaRPr lang="en-US" b="1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CD9A723-F194-4CDD-A792-ECE0F5B4603F}"/>
              </a:ext>
            </a:extLst>
          </p:cNvPr>
          <p:cNvSpPr/>
          <p:nvPr/>
        </p:nvSpPr>
        <p:spPr>
          <a:xfrm>
            <a:off x="4199653" y="4380446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Dropout</a:t>
            </a:r>
            <a:endParaRPr lang="en-US" b="1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3D25AA7-AA3B-4B0D-8B35-F5C9B8B8892D}"/>
              </a:ext>
            </a:extLst>
          </p:cNvPr>
          <p:cNvSpPr/>
          <p:nvPr/>
        </p:nvSpPr>
        <p:spPr>
          <a:xfrm>
            <a:off x="1861314" y="4380446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ReLU</a:t>
            </a:r>
            <a:endParaRPr lang="en-US" b="1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AE3FD4E-BB7A-404A-8D55-9C47B72162FB}"/>
              </a:ext>
            </a:extLst>
          </p:cNvPr>
          <p:cNvSpPr/>
          <p:nvPr/>
        </p:nvSpPr>
        <p:spPr>
          <a:xfrm>
            <a:off x="1861314" y="2827291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Dense(64)</a:t>
            </a:r>
            <a:endParaRPr lang="en-US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4F939D-37B6-458E-947C-0CC281284060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3230188" y="1594110"/>
            <a:ext cx="9694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2EBC70-C86C-490E-84B2-9AE6B68B9FBF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5568527" y="1594110"/>
            <a:ext cx="9694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0B7F29F-4BE8-4B36-AF34-D29C4A59FD60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7906866" y="1594109"/>
            <a:ext cx="96946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39B4B1-A17C-44F4-A0EE-B5688AC3AA03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9560768" y="1914082"/>
            <a:ext cx="0" cy="9132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4C02ABF-52BB-4692-86EF-5ACDA133BE45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flipH="1">
            <a:off x="7906866" y="3147267"/>
            <a:ext cx="9694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1F29AAB-6F72-4EC6-8117-17D6EAEA83ED}"/>
              </a:ext>
            </a:extLst>
          </p:cNvPr>
          <p:cNvCxnSpPr>
            <a:cxnSpLocks/>
            <a:stCxn id="19" idx="1"/>
            <a:endCxn id="20" idx="3"/>
          </p:cNvCxnSpPr>
          <p:nvPr/>
        </p:nvCxnSpPr>
        <p:spPr>
          <a:xfrm flipH="1" flipV="1">
            <a:off x="5568527" y="3147266"/>
            <a:ext cx="96946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A0B5FA8-E514-4722-913F-DA18E78B1B64}"/>
              </a:ext>
            </a:extLst>
          </p:cNvPr>
          <p:cNvCxnSpPr>
            <a:cxnSpLocks/>
            <a:stCxn id="20" idx="1"/>
            <a:endCxn id="27" idx="3"/>
          </p:cNvCxnSpPr>
          <p:nvPr/>
        </p:nvCxnSpPr>
        <p:spPr>
          <a:xfrm flipH="1" flipV="1">
            <a:off x="3230188" y="3147265"/>
            <a:ext cx="96946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839D71E-E814-4966-8B61-95F5F8BEE981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>
            <a:off x="2545751" y="3467238"/>
            <a:ext cx="0" cy="9132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CE0A724-5A1B-49DE-971F-2CDC7D875194}"/>
              </a:ext>
            </a:extLst>
          </p:cNvPr>
          <p:cNvCxnSpPr>
            <a:cxnSpLocks/>
            <a:stCxn id="26" idx="3"/>
            <a:endCxn id="22" idx="1"/>
          </p:cNvCxnSpPr>
          <p:nvPr/>
        </p:nvCxnSpPr>
        <p:spPr>
          <a:xfrm>
            <a:off x="3230188" y="4700420"/>
            <a:ext cx="9694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0C3DCF7-07BE-459C-AF18-A62FFD0F86D5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5568527" y="4700419"/>
            <a:ext cx="96946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C7F3995D-05A6-4D15-A287-549A37E8B288}"/>
              </a:ext>
            </a:extLst>
          </p:cNvPr>
          <p:cNvSpPr/>
          <p:nvPr/>
        </p:nvSpPr>
        <p:spPr>
          <a:xfrm>
            <a:off x="324859" y="1214417"/>
            <a:ext cx="1251421" cy="759381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Ảnh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BD43B0E-9471-4125-B7AF-52BE75B42859}"/>
              </a:ext>
            </a:extLst>
          </p:cNvPr>
          <p:cNvSpPr/>
          <p:nvPr/>
        </p:nvSpPr>
        <p:spPr>
          <a:xfrm>
            <a:off x="324859" y="5829151"/>
            <a:ext cx="1368874" cy="759381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Dự đoán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BD2EB06-FB4A-4B49-BF64-F9C60C1E6113}"/>
              </a:ext>
            </a:extLst>
          </p:cNvPr>
          <p:cNvCxnSpPr>
            <a:cxnSpLocks/>
            <a:stCxn id="61" idx="6"/>
            <a:endCxn id="14" idx="1"/>
          </p:cNvCxnSpPr>
          <p:nvPr/>
        </p:nvCxnSpPr>
        <p:spPr>
          <a:xfrm>
            <a:off x="1576280" y="1594108"/>
            <a:ext cx="285034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5B6BFA0-4B49-4913-8D6D-0C71DE868C48}"/>
              </a:ext>
            </a:extLst>
          </p:cNvPr>
          <p:cNvSpPr/>
          <p:nvPr/>
        </p:nvSpPr>
        <p:spPr>
          <a:xfrm>
            <a:off x="8876330" y="5902412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Dropout</a:t>
            </a:r>
            <a:endParaRPr lang="en-US" b="1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F25F119-7541-41FC-8ED6-88195878E677}"/>
              </a:ext>
            </a:extLst>
          </p:cNvPr>
          <p:cNvSpPr/>
          <p:nvPr/>
        </p:nvSpPr>
        <p:spPr>
          <a:xfrm>
            <a:off x="8876330" y="4380443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ReLU</a:t>
            </a:r>
            <a:endParaRPr lang="en-US" b="1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46FE7C2-A002-4A19-A661-3C4AF3209D95}"/>
              </a:ext>
            </a:extLst>
          </p:cNvPr>
          <p:cNvCxnSpPr>
            <a:cxnSpLocks/>
          </p:cNvCxnSpPr>
          <p:nvPr/>
        </p:nvCxnSpPr>
        <p:spPr>
          <a:xfrm flipV="1">
            <a:off x="7906865" y="4731714"/>
            <a:ext cx="96946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A5FC3A6-C1F9-4A69-84DF-A4280F93B9D0}"/>
              </a:ext>
            </a:extLst>
          </p:cNvPr>
          <p:cNvSpPr/>
          <p:nvPr/>
        </p:nvSpPr>
        <p:spPr>
          <a:xfrm>
            <a:off x="6537992" y="5902412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Dense(10)</a:t>
            </a:r>
            <a:endParaRPr lang="en-US" b="1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1301538-5E63-4541-BA01-E781E1E07D36}"/>
              </a:ext>
            </a:extLst>
          </p:cNvPr>
          <p:cNvSpPr/>
          <p:nvPr/>
        </p:nvSpPr>
        <p:spPr>
          <a:xfrm>
            <a:off x="4199653" y="5902412"/>
            <a:ext cx="1368874" cy="6399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Softmax</a:t>
            </a:r>
            <a:endParaRPr lang="en-US" b="1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152EF8A-6CDE-49BE-B80C-85632583EB40}"/>
              </a:ext>
            </a:extLst>
          </p:cNvPr>
          <p:cNvCxnSpPr>
            <a:cxnSpLocks/>
          </p:cNvCxnSpPr>
          <p:nvPr/>
        </p:nvCxnSpPr>
        <p:spPr>
          <a:xfrm>
            <a:off x="9560767" y="5020390"/>
            <a:ext cx="0" cy="9132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FEB726B-C15F-4105-9A6E-2A407B716E93}"/>
              </a:ext>
            </a:extLst>
          </p:cNvPr>
          <p:cNvCxnSpPr>
            <a:cxnSpLocks/>
          </p:cNvCxnSpPr>
          <p:nvPr/>
        </p:nvCxnSpPr>
        <p:spPr>
          <a:xfrm flipH="1">
            <a:off x="7906864" y="6208842"/>
            <a:ext cx="9694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AB48101-A752-49EB-AB0D-B9696E158D62}"/>
              </a:ext>
            </a:extLst>
          </p:cNvPr>
          <p:cNvCxnSpPr>
            <a:cxnSpLocks/>
          </p:cNvCxnSpPr>
          <p:nvPr/>
        </p:nvCxnSpPr>
        <p:spPr>
          <a:xfrm flipH="1">
            <a:off x="5568527" y="6222385"/>
            <a:ext cx="9694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4DDB04C-7610-41C3-82D3-2CAE8E468759}"/>
              </a:ext>
            </a:extLst>
          </p:cNvPr>
          <p:cNvCxnSpPr>
            <a:cxnSpLocks/>
          </p:cNvCxnSpPr>
          <p:nvPr/>
        </p:nvCxnSpPr>
        <p:spPr>
          <a:xfrm flipH="1">
            <a:off x="1718797" y="6222385"/>
            <a:ext cx="24808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199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B4618-A7BA-4608-9166-1B926A30978C}"/>
              </a:ext>
            </a:extLst>
          </p:cNvPr>
          <p:cNvSpPr/>
          <p:nvPr/>
        </p:nvSpPr>
        <p:spPr>
          <a:xfrm>
            <a:off x="0" y="759381"/>
            <a:ext cx="1990165" cy="5118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a. Conv2D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B7E12-E8B7-49A5-979F-7CF4C643F319}"/>
              </a:ext>
            </a:extLst>
          </p:cNvPr>
          <p:cNvSpPr txBox="1"/>
          <p:nvPr/>
        </p:nvSpPr>
        <p:spPr>
          <a:xfrm>
            <a:off x="798013" y="1799771"/>
            <a:ext cx="10595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Conv2D (2D Convolution) là phép tích chập 2 chiều, là lớp cốt lõi trong cấu trúc CNN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AD52D4-BF30-49C1-B3A8-219FD7EF9CE2}"/>
              </a:ext>
            </a:extLst>
          </p:cNvPr>
          <p:cNvSpPr/>
          <p:nvPr/>
        </p:nvSpPr>
        <p:spPr>
          <a:xfrm>
            <a:off x="340845" y="2756428"/>
            <a:ext cx="3511312" cy="2108533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Sử dụng các Kernel/Filter để quét qua ảnh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9BD5143-C1FF-48C7-95DC-010A2A2273BA}"/>
              </a:ext>
            </a:extLst>
          </p:cNvPr>
          <p:cNvSpPr/>
          <p:nvPr/>
        </p:nvSpPr>
        <p:spPr>
          <a:xfrm>
            <a:off x="4326291" y="2756428"/>
            <a:ext cx="3511312" cy="2108533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Phát hiện các đặc trưng như nét, cạnh, đường cong và góc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758940A-457D-4E2E-8FDE-E27D42D24EEF}"/>
              </a:ext>
            </a:extLst>
          </p:cNvPr>
          <p:cNvSpPr/>
          <p:nvPr/>
        </p:nvSpPr>
        <p:spPr>
          <a:xfrm>
            <a:off x="8311737" y="2756428"/>
            <a:ext cx="3511312" cy="2108533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Tạo ra các Feature Map: </a:t>
            </a:r>
            <a:r>
              <a:rPr lang="en-US" altLang="en-US" sz="2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iá trị lớn thể hiện vị trí đặc trưng mạnh. </a:t>
            </a:r>
            <a:r>
              <a:rPr lang="en-US" altLang="en-US" sz="2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iá trị nhỏ thể hiện đặc trưng ít hoặc không xuất hiện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60F6C3-ADFD-4E67-BF48-1AB2062B2D56}"/>
              </a:ext>
            </a:extLst>
          </p:cNvPr>
          <p:cNvSpPr txBox="1"/>
          <p:nvPr/>
        </p:nvSpPr>
        <p:spPr>
          <a:xfrm>
            <a:off x="1531159" y="5359953"/>
            <a:ext cx="98215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Conv2D giống như một </a:t>
            </a:r>
            <a:r>
              <a:rPr lang="vi-VN" sz="240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bộ quét ảnh bằng nhiều filter</a:t>
            </a:r>
            <a:r>
              <a:rPr lang="vi-V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để tìm ra các </a:t>
            </a:r>
            <a:r>
              <a:rPr lang="vi-VN" sz="240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đặc điểm quan trọng</a:t>
            </a:r>
            <a:r>
              <a:rPr lang="vi-V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sau đó CNN dựa vào những đặc điểm đó để </a:t>
            </a:r>
            <a:r>
              <a:rPr lang="vi-VN" sz="240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nhận biết chữ số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0E6FAA4-B94B-47BD-9CB5-55D16E3A40A3}"/>
              </a:ext>
            </a:extLst>
          </p:cNvPr>
          <p:cNvSpPr/>
          <p:nvPr/>
        </p:nvSpPr>
        <p:spPr>
          <a:xfrm>
            <a:off x="514619" y="5295840"/>
            <a:ext cx="1057836" cy="959224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21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B4618-A7BA-4608-9166-1B926A30978C}"/>
              </a:ext>
            </a:extLst>
          </p:cNvPr>
          <p:cNvSpPr/>
          <p:nvPr/>
        </p:nvSpPr>
        <p:spPr>
          <a:xfrm>
            <a:off x="0" y="759381"/>
            <a:ext cx="1990165" cy="5118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a. Conv2D</a:t>
            </a:r>
          </a:p>
        </p:txBody>
      </p:sp>
      <p:pic>
        <p:nvPicPr>
          <p:cNvPr id="2050" name="Picture 2" descr="Understanding Artificial Neural Networks with Hands-on Experience - Part 2.  Convolution, Its Gradients and Custom Implementations | CoolGPU's Blog">
            <a:extLst>
              <a:ext uri="{FF2B5EF4-FFF2-40B4-BE49-F238E27FC236}">
                <a16:creationId xmlns:a16="http://schemas.microsoft.com/office/drawing/2014/main" id="{FE6A4DC2-306F-43D3-B962-59BA1516CA1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1612289"/>
            <a:ext cx="1186815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54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B4618-A7BA-4608-9166-1B926A30978C}"/>
              </a:ext>
            </a:extLst>
          </p:cNvPr>
          <p:cNvSpPr/>
          <p:nvPr/>
        </p:nvSpPr>
        <p:spPr>
          <a:xfrm>
            <a:off x="0" y="759381"/>
            <a:ext cx="1990165" cy="5118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b. ReLU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A0FE61-E9A4-4A93-82EF-0C6271F37E92}"/>
              </a:ext>
            </a:extLst>
          </p:cNvPr>
          <p:cNvSpPr txBox="1"/>
          <p:nvPr/>
        </p:nvSpPr>
        <p:spPr>
          <a:xfrm>
            <a:off x="1025685" y="1810493"/>
            <a:ext cx="101406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 (Rectified Linear Unit) là một </a:t>
            </a:r>
            <a:r>
              <a:rPr lang="vi-V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hàm kích hoạt</a:t>
            </a:r>
            <a:r>
              <a:rPr lang="vi-V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thường được đặt sau Conv2D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467766-A254-49D1-8B09-4AC4BDCF2A9D}"/>
              </a:ext>
            </a:extLst>
          </p:cNvPr>
          <p:cNvSpPr/>
          <p:nvPr/>
        </p:nvSpPr>
        <p:spPr>
          <a:xfrm>
            <a:off x="1025685" y="2893746"/>
            <a:ext cx="1766047" cy="764347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Công thức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ADDBF2-30C2-40AC-80B2-4A5C11F2C47E}"/>
              </a:ext>
            </a:extLst>
          </p:cNvPr>
          <p:cNvGrpSpPr/>
          <p:nvPr/>
        </p:nvGrpSpPr>
        <p:grpSpPr>
          <a:xfrm>
            <a:off x="4207173" y="2644170"/>
            <a:ext cx="2918268" cy="1569660"/>
            <a:chOff x="3391385" y="2439583"/>
            <a:chExt cx="2918268" cy="15696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68BB2D-D105-473A-8316-6F7F084DF978}"/>
                </a:ext>
              </a:extLst>
            </p:cNvPr>
            <p:cNvSpPr txBox="1"/>
            <p:nvPr/>
          </p:nvSpPr>
          <p:spPr>
            <a:xfrm>
              <a:off x="3391385" y="2796098"/>
              <a:ext cx="9364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F(x) = </a:t>
              </a:r>
            </a:p>
          </p:txBody>
        </p: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70C99226-7B76-4063-A3EF-FF9BA30B4572}"/>
                </a:ext>
              </a:extLst>
            </p:cNvPr>
            <p:cNvSpPr/>
            <p:nvPr/>
          </p:nvSpPr>
          <p:spPr>
            <a:xfrm>
              <a:off x="4327860" y="2439583"/>
              <a:ext cx="228938" cy="1207831"/>
            </a:xfrm>
            <a:prstGeom prst="leftBrace">
              <a:avLst>
                <a:gd name="adj1" fmla="val 108333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55D587D-4F35-4BED-997B-1797CD98C825}"/>
                    </a:ext>
                  </a:extLst>
                </p:cNvPr>
                <p:cNvSpPr txBox="1"/>
                <p:nvPr/>
              </p:nvSpPr>
              <p:spPr>
                <a:xfrm>
                  <a:off x="4618164" y="2439583"/>
                  <a:ext cx="1691489" cy="15696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/>
                    <a:t>x    khi x </a:t>
                  </a:r>
                  <a14:m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2400"/>
                    <a:t> 0</a:t>
                  </a:r>
                </a:p>
                <a:p>
                  <a:endParaRPr lang="en-US" sz="2400"/>
                </a:p>
                <a:p>
                  <a:r>
                    <a:rPr lang="en-US" sz="2400"/>
                    <a:t>0    khi x &lt; 0</a:t>
                  </a:r>
                </a:p>
                <a:p>
                  <a:endParaRPr lang="en-US" sz="240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55D587D-4F35-4BED-997B-1797CD98C8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8164" y="2439583"/>
                  <a:ext cx="1691489" cy="1569660"/>
                </a:xfrm>
                <a:prstGeom prst="rect">
                  <a:avLst/>
                </a:prstGeom>
                <a:blipFill>
                  <a:blip r:embed="rId3"/>
                  <a:stretch>
                    <a:fillRect l="-5396" t="-3113" r="-46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DCB8D41-75A4-463B-B087-4CA44BB9A365}"/>
              </a:ext>
            </a:extLst>
          </p:cNvPr>
          <p:cNvSpPr txBox="1"/>
          <p:nvPr/>
        </p:nvSpPr>
        <p:spPr>
          <a:xfrm>
            <a:off x="1843367" y="4406523"/>
            <a:ext cx="85052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/>
              <a:t>C</a:t>
            </a:r>
            <a:r>
              <a:rPr lang="vi-VN" sz="2400"/>
              <a:t>huyển các giá trị âm thành 0 và giữ nguyên các giá trị dương</a:t>
            </a:r>
            <a:r>
              <a:rPr lang="en-US" sz="2400"/>
              <a:t> </a:t>
            </a:r>
            <a:r>
              <a:rPr lang="vi-VN" sz="2400"/>
              <a:t>giúp </a:t>
            </a:r>
            <a:r>
              <a:rPr lang="vi-VN" sz="2400">
                <a:highlight>
                  <a:srgbClr val="FFFF00"/>
                </a:highlight>
              </a:rPr>
              <a:t>loại bỏ các phản hồi không cần thiết</a:t>
            </a:r>
            <a:r>
              <a:rPr lang="vi-VN" sz="2400"/>
              <a:t> và </a:t>
            </a:r>
            <a:r>
              <a:rPr lang="vi-VN" sz="2400">
                <a:highlight>
                  <a:srgbClr val="FFFF00"/>
                </a:highlight>
              </a:rPr>
              <a:t>giữ lại những vị trí mà filter phản ứng tích cực với đặc trưng</a:t>
            </a:r>
            <a:endParaRPr lang="en-US" sz="2400">
              <a:highlight>
                <a:srgbClr val="FFFF00"/>
              </a:highlight>
            </a:endParaRPr>
          </a:p>
          <a:p>
            <a:pPr algn="just"/>
            <a:endParaRPr lang="en-US" sz="240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C70FEB1-18D8-4AE3-994E-F0DC933BD13C}"/>
              </a:ext>
            </a:extLst>
          </p:cNvPr>
          <p:cNvSpPr/>
          <p:nvPr/>
        </p:nvSpPr>
        <p:spPr>
          <a:xfrm>
            <a:off x="571310" y="4585843"/>
            <a:ext cx="1075765" cy="961949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11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B4618-A7BA-4608-9166-1B926A30978C}"/>
              </a:ext>
            </a:extLst>
          </p:cNvPr>
          <p:cNvSpPr/>
          <p:nvPr/>
        </p:nvSpPr>
        <p:spPr>
          <a:xfrm>
            <a:off x="0" y="759381"/>
            <a:ext cx="1990165" cy="5118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b. ReLU</a:t>
            </a:r>
          </a:p>
        </p:txBody>
      </p:sp>
      <p:pic>
        <p:nvPicPr>
          <p:cNvPr id="3074" name="Picture 2" descr="An example of the ReLU activation function. | Download Scientific Diagram">
            <a:extLst>
              <a:ext uri="{FF2B5EF4-FFF2-40B4-BE49-F238E27FC236}">
                <a16:creationId xmlns:a16="http://schemas.microsoft.com/office/drawing/2014/main" id="{B48D9C75-00DF-49F8-9BD8-3BD70C8875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51"/>
          <a:stretch/>
        </p:blipFill>
        <p:spPr bwMode="auto">
          <a:xfrm>
            <a:off x="3119437" y="759381"/>
            <a:ext cx="5158289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7EAC70-A981-42B9-82D9-4432FBF45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437" y="4074695"/>
            <a:ext cx="2301323" cy="22963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ED82D9-B299-4A10-A43C-EA93E362F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4069716"/>
            <a:ext cx="2301320" cy="230132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064A01-6227-4991-8273-A4FE8EF6AAF2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5420760" y="5220376"/>
            <a:ext cx="675239" cy="2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558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B4618-A7BA-4608-9166-1B926A30978C}"/>
              </a:ext>
            </a:extLst>
          </p:cNvPr>
          <p:cNvSpPr/>
          <p:nvPr/>
        </p:nvSpPr>
        <p:spPr>
          <a:xfrm>
            <a:off x="0" y="759381"/>
            <a:ext cx="2225040" cy="5118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c. MaxPooling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7D28B8-7C7B-4762-B576-2F98C0F60890}"/>
              </a:ext>
            </a:extLst>
          </p:cNvPr>
          <p:cNvSpPr txBox="1"/>
          <p:nvPr/>
        </p:nvSpPr>
        <p:spPr>
          <a:xfrm>
            <a:off x="1012665" y="1934613"/>
            <a:ext cx="101666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40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 pooling là </a:t>
            </a:r>
            <a:r>
              <a:rPr lang="vi-VN" sz="24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một kỹ thuật thường được sử dụng trong mạng nơ-ron tích chập (CNN) để </a:t>
            </a:r>
            <a:r>
              <a:rPr lang="vi-VN" sz="2400" b="0" i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giảm kích thước không gian</a:t>
            </a:r>
            <a:r>
              <a:rPr lang="vi-VN" sz="24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của dữ liệu đầu vào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1477F5-5F6D-4941-935D-F4EEB86DC5AD}"/>
              </a:ext>
            </a:extLst>
          </p:cNvPr>
          <p:cNvSpPr/>
          <p:nvPr/>
        </p:nvSpPr>
        <p:spPr>
          <a:xfrm>
            <a:off x="888981" y="3429000"/>
            <a:ext cx="3182011" cy="198102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Chia Feature Map thành các vùng nhỏ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2CAB65-986F-4B87-AE2B-4E9F996D43A7}"/>
              </a:ext>
            </a:extLst>
          </p:cNvPr>
          <p:cNvSpPr/>
          <p:nvPr/>
        </p:nvSpPr>
        <p:spPr>
          <a:xfrm>
            <a:off x="4534984" y="3429000"/>
            <a:ext cx="3182011" cy="198102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Giữ lại giá trị lớn nhất của mỗi vùng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77E20F-9E9E-49C4-A606-3F591B1CC879}"/>
              </a:ext>
            </a:extLst>
          </p:cNvPr>
          <p:cNvSpPr/>
          <p:nvPr/>
        </p:nvSpPr>
        <p:spPr>
          <a:xfrm>
            <a:off x="8180987" y="3429000"/>
            <a:ext cx="3182011" cy="198102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vi-V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iảm kích thước dữ liệu nhưng vẫn giữ lại phản hồi mạnh nhất đối với các đặc trưng đã phát hiện</a:t>
            </a:r>
            <a:endParaRPr lang="en-US" sz="2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344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B4618-A7BA-4608-9166-1B926A30978C}"/>
              </a:ext>
            </a:extLst>
          </p:cNvPr>
          <p:cNvSpPr/>
          <p:nvPr/>
        </p:nvSpPr>
        <p:spPr>
          <a:xfrm>
            <a:off x="0" y="759381"/>
            <a:ext cx="2225040" cy="5118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c. MaxPooling</a:t>
            </a:r>
          </a:p>
        </p:txBody>
      </p:sp>
      <p:pic>
        <p:nvPicPr>
          <p:cNvPr id="4098" name="Picture 2" descr="Neural Networks: Pooling Layers | Baeldung on Computer Science">
            <a:extLst>
              <a:ext uri="{FF2B5EF4-FFF2-40B4-BE49-F238E27FC236}">
                <a16:creationId xmlns:a16="http://schemas.microsoft.com/office/drawing/2014/main" id="{A136EE84-1C44-47E6-B58A-5C584CAD5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373" y="1518762"/>
            <a:ext cx="9463254" cy="505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609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B4618-A7BA-4608-9166-1B926A30978C}"/>
              </a:ext>
            </a:extLst>
          </p:cNvPr>
          <p:cNvSpPr/>
          <p:nvPr/>
        </p:nvSpPr>
        <p:spPr>
          <a:xfrm>
            <a:off x="0" y="759381"/>
            <a:ext cx="2179320" cy="5118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d. Flatten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53BF5B-31E3-4DC8-A488-6609E8218622}"/>
              </a:ext>
            </a:extLst>
          </p:cNvPr>
          <p:cNvSpPr txBox="1"/>
          <p:nvPr/>
        </p:nvSpPr>
        <p:spPr>
          <a:xfrm>
            <a:off x="932310" y="1897331"/>
            <a:ext cx="10327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Flatten là hàm chuyển Feature Map từ ma trận thành </a:t>
            </a:r>
            <a:r>
              <a:rPr lang="en-US" sz="2800">
                <a:highlight>
                  <a:srgbClr val="FFFF00"/>
                </a:highlight>
              </a:rPr>
              <a:t>vector 1 chiều</a:t>
            </a:r>
          </a:p>
        </p:txBody>
      </p:sp>
      <p:pic>
        <p:nvPicPr>
          <p:cNvPr id="1026" name="Picture 2" descr="Understanding Convolutional Neural Networks (CNNs): The Powerhouse of Image  Processing">
            <a:extLst>
              <a:ext uri="{FF2B5EF4-FFF2-40B4-BE49-F238E27FC236}">
                <a16:creationId xmlns:a16="http://schemas.microsoft.com/office/drawing/2014/main" id="{425A8E94-013B-4513-85C6-3014D891E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075" y="2831234"/>
            <a:ext cx="5257848" cy="321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7216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B4618-A7BA-4608-9166-1B926A30978C}"/>
              </a:ext>
            </a:extLst>
          </p:cNvPr>
          <p:cNvSpPr/>
          <p:nvPr/>
        </p:nvSpPr>
        <p:spPr>
          <a:xfrm>
            <a:off x="0" y="759381"/>
            <a:ext cx="2179320" cy="5118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e. Dense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991E77-C392-4E34-A542-25C3D9F65935}"/>
              </a:ext>
            </a:extLst>
          </p:cNvPr>
          <p:cNvSpPr txBox="1"/>
          <p:nvPr/>
        </p:nvSpPr>
        <p:spPr>
          <a:xfrm>
            <a:off x="724844" y="1518762"/>
            <a:ext cx="1074231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vi-V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 là lớp kết nối đầy đủ</a:t>
            </a:r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(Fully Connected Layer)</a:t>
            </a:r>
            <a:r>
              <a:rPr lang="vi-V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gồm các neuron,</a:t>
            </a:r>
            <a:r>
              <a:rPr lang="vi-V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mỗi neuron nhận thông tin từ toàn bộ đầu vào. </a:t>
            </a:r>
            <a:endParaRPr lang="en-US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vi-V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 </a:t>
            </a:r>
            <a:r>
              <a:rPr lang="vi-VN" sz="280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 hợp các đặc trưng</a:t>
            </a:r>
            <a:r>
              <a:rPr lang="vi-V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đã được trích xuất để thực hiện </a:t>
            </a:r>
            <a:r>
              <a:rPr lang="vi-VN" sz="280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 loại</a:t>
            </a:r>
            <a:r>
              <a:rPr lang="vi-V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và đưa ra </a:t>
            </a:r>
            <a:r>
              <a:rPr lang="vi-VN" sz="280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dự đoán cuối cùng</a:t>
            </a:r>
            <a:r>
              <a:rPr lang="vi-V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BF7602-E8FD-4A96-8D5B-F18B52C812AC}"/>
              </a:ext>
            </a:extLst>
          </p:cNvPr>
          <p:cNvSpPr/>
          <p:nvPr/>
        </p:nvSpPr>
        <p:spPr>
          <a:xfrm>
            <a:off x="1232677" y="4475744"/>
            <a:ext cx="1893285" cy="10427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Dense(64)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613EED-756E-4645-8AE5-F2A8A26FC1E4}"/>
              </a:ext>
            </a:extLst>
          </p:cNvPr>
          <p:cNvSpPr/>
          <p:nvPr/>
        </p:nvSpPr>
        <p:spPr>
          <a:xfrm>
            <a:off x="4996956" y="4475744"/>
            <a:ext cx="1893285" cy="10427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Dense(32)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DDF70E-6157-4025-82C3-ED15D0B0F17F}"/>
              </a:ext>
            </a:extLst>
          </p:cNvPr>
          <p:cNvSpPr/>
          <p:nvPr/>
        </p:nvSpPr>
        <p:spPr>
          <a:xfrm>
            <a:off x="8761235" y="4475744"/>
            <a:ext cx="1893285" cy="10427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Dense(10)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09FD34-EA2E-4301-B27F-131E6E6603D8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3125962" y="4997113"/>
            <a:ext cx="18709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0EAA79-E4CF-4DCE-8024-588D158EDD4A}"/>
              </a:ext>
            </a:extLst>
          </p:cNvPr>
          <p:cNvCxnSpPr>
            <a:cxnSpLocks/>
          </p:cNvCxnSpPr>
          <p:nvPr/>
        </p:nvCxnSpPr>
        <p:spPr>
          <a:xfrm>
            <a:off x="6890241" y="4997112"/>
            <a:ext cx="18709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813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B4618-A7BA-4608-9166-1B926A30978C}"/>
              </a:ext>
            </a:extLst>
          </p:cNvPr>
          <p:cNvSpPr/>
          <p:nvPr/>
        </p:nvSpPr>
        <p:spPr>
          <a:xfrm>
            <a:off x="0" y="759381"/>
            <a:ext cx="2179320" cy="5118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f. Dropout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19A52B-81B7-4F01-B570-69A8D037241C}"/>
              </a:ext>
            </a:extLst>
          </p:cNvPr>
          <p:cNvSpPr txBox="1"/>
          <p:nvPr/>
        </p:nvSpPr>
        <p:spPr>
          <a:xfrm>
            <a:off x="874193" y="1799771"/>
            <a:ext cx="105581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Dropout là kỹ thuật tạm thời vô hiệu hóa một số neuron trong quá trình huấn luyện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8A5499-7D19-4E3B-BE3B-958CC7DB5DD9}"/>
              </a:ext>
            </a:extLst>
          </p:cNvPr>
          <p:cNvSpPr/>
          <p:nvPr/>
        </p:nvSpPr>
        <p:spPr>
          <a:xfrm>
            <a:off x="521736" y="2696580"/>
            <a:ext cx="3204995" cy="214246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Dropout tạm thời tắt ngẫu nhiên 1 số neuron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13C4C3-FF67-4157-BE87-07FF4904DA9A}"/>
              </a:ext>
            </a:extLst>
          </p:cNvPr>
          <p:cNvSpPr/>
          <p:nvPr/>
        </p:nvSpPr>
        <p:spPr>
          <a:xfrm>
            <a:off x="4493502" y="2696580"/>
            <a:ext cx="3204995" cy="214246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 neuron bị tắt sẽ không tham gia vào lần tính toán đó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323CDFB-C644-4108-A1FA-16D58033BF68}"/>
              </a:ext>
            </a:extLst>
          </p:cNvPr>
          <p:cNvSpPr/>
          <p:nvPr/>
        </p:nvSpPr>
        <p:spPr>
          <a:xfrm>
            <a:off x="8465269" y="2696580"/>
            <a:ext cx="3204995" cy="214246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 phụ thuộc quá nhiều vào một vài neuron, mà học cách sử dụng nhiều đặc trưng khác nhau</a:t>
            </a:r>
            <a:endParaRPr lang="en-US" sz="2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ACA225-8C4A-4494-9508-CB4CA7B20392}"/>
              </a:ext>
            </a:extLst>
          </p:cNvPr>
          <p:cNvSpPr txBox="1"/>
          <p:nvPr/>
        </p:nvSpPr>
        <p:spPr>
          <a:xfrm>
            <a:off x="2028737" y="5636954"/>
            <a:ext cx="8134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Dropout giúp mô hình khái quát hóa tốt hơn với dữ liệu mới</a:t>
            </a:r>
            <a:endParaRPr lang="en-US" sz="2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0B7E224-3F88-4622-8E4C-0F429C2C2CEA}"/>
              </a:ext>
            </a:extLst>
          </p:cNvPr>
          <p:cNvSpPr/>
          <p:nvPr/>
        </p:nvSpPr>
        <p:spPr>
          <a:xfrm>
            <a:off x="673768" y="5274186"/>
            <a:ext cx="1171074" cy="120315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3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Cấu trúc CNN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B4618-A7BA-4608-9166-1B926A30978C}"/>
              </a:ext>
            </a:extLst>
          </p:cNvPr>
          <p:cNvSpPr/>
          <p:nvPr/>
        </p:nvSpPr>
        <p:spPr>
          <a:xfrm>
            <a:off x="0" y="759381"/>
            <a:ext cx="2179320" cy="5118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g. Softmax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13F915-BAC6-4BF8-AA52-1E569D6437E2}"/>
              </a:ext>
            </a:extLst>
          </p:cNvPr>
          <p:cNvSpPr txBox="1"/>
          <p:nvPr/>
        </p:nvSpPr>
        <p:spPr>
          <a:xfrm>
            <a:off x="408773" y="1796914"/>
            <a:ext cx="113744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Chuyển các giá trị đầu ra thành </a:t>
            </a:r>
            <a:r>
              <a:rPr lang="en-US" sz="320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 bố xác suất</a:t>
            </a:r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cho 10 lớp, từ đó chọn lớp có </a:t>
            </a:r>
            <a:r>
              <a:rPr lang="en-US" sz="320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xác suất cao nhất</a:t>
            </a:r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làm kết quả dự đoán.</a:t>
            </a:r>
          </a:p>
        </p:txBody>
      </p:sp>
    </p:spTree>
    <p:extLst>
      <p:ext uri="{BB962C8B-B14F-4D97-AF65-F5344CB8AC3E}">
        <p14:creationId xmlns:p14="http://schemas.microsoft.com/office/powerpoint/2010/main" val="2226105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9573-D192-44D3-8E6A-7D5BDFF9D106}"/>
              </a:ext>
            </a:extLst>
          </p:cNvPr>
          <p:cNvSpPr/>
          <p:nvPr/>
        </p:nvSpPr>
        <p:spPr>
          <a:xfrm>
            <a:off x="0" y="0"/>
            <a:ext cx="12192000" cy="75938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1B3175-5272-4B7E-8E73-DE5D21FE740C}"/>
              </a:ext>
            </a:extLst>
          </p:cNvPr>
          <p:cNvGrpSpPr/>
          <p:nvPr/>
        </p:nvGrpSpPr>
        <p:grpSpPr>
          <a:xfrm>
            <a:off x="11362998" y="19528"/>
            <a:ext cx="739853" cy="739853"/>
            <a:chOff x="8615080" y="2693866"/>
            <a:chExt cx="1052791" cy="1052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2488F-B8D0-4243-A719-53797455B517}"/>
                </a:ext>
              </a:extLst>
            </p:cNvPr>
            <p:cNvSpPr/>
            <p:nvPr/>
          </p:nvSpPr>
          <p:spPr>
            <a:xfrm>
              <a:off x="8615080" y="2693866"/>
              <a:ext cx="1052791" cy="10527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AFC49C-4806-45FD-88DB-455780C08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435" y="2800755"/>
              <a:ext cx="640080" cy="821436"/>
            </a:xfrm>
            <a:prstGeom prst="rect">
              <a:avLst/>
            </a:prstGeom>
          </p:spPr>
        </p:pic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E4E257-D4E5-4BA4-8C23-E4D70707376E}"/>
              </a:ext>
            </a:extLst>
          </p:cNvPr>
          <p:cNvCxnSpPr/>
          <p:nvPr/>
        </p:nvCxnSpPr>
        <p:spPr>
          <a:xfrm>
            <a:off x="418983" y="635611"/>
            <a:ext cx="110492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253CA3-2FA7-4BD8-BF5F-26915821E97B}"/>
              </a:ext>
            </a:extLst>
          </p:cNvPr>
          <p:cNvSpPr txBox="1"/>
          <p:nvPr/>
        </p:nvSpPr>
        <p:spPr>
          <a:xfrm>
            <a:off x="340845" y="56806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Huấn luyện model</a:t>
            </a:r>
          </a:p>
        </p:txBody>
      </p:sp>
    </p:spTree>
    <p:extLst>
      <p:ext uri="{BB962C8B-B14F-4D97-AF65-F5344CB8AC3E}">
        <p14:creationId xmlns:p14="http://schemas.microsoft.com/office/powerpoint/2010/main" val="1011928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1878</TotalTime>
  <Words>857</Words>
  <Application>Microsoft Office PowerPoint</Application>
  <PresentationFormat>Widescreen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 Tam Nguyen</dc:creator>
  <cp:lastModifiedBy>Minh Tam Nguyen</cp:lastModifiedBy>
  <cp:revision>74</cp:revision>
  <dcterms:created xsi:type="dcterms:W3CDTF">2026-06-02T01:42:23Z</dcterms:created>
  <dcterms:modified xsi:type="dcterms:W3CDTF">2026-08-25T16:18:59Z</dcterms:modified>
</cp:coreProperties>
</file>