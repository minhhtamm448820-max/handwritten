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5CD9-04BE-47A5-9EB9-A8D3014D6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FAE38-E163-4CB1-88E9-70498A78B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2E31F-CDA8-41EF-97CC-1544D201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FB05-62CF-44FD-9F5C-3A1051EA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A24E1-62E9-4C88-B234-BE998A2F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7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9596-37CA-4566-AD15-9B7C8292B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17A28-D459-4E1B-A07C-C4C60EF0A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B6293-5CF2-4207-BCD3-01F586AE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EA124-635D-4EB1-897B-B983980E5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22B15-6AFA-48DE-9D5E-164AE0C96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55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CD8A-6D50-4065-AA22-D3BF42C8C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CB513-59E5-4734-9965-B7553EE6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519C0-187C-4CB8-A7FF-234D5501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17D9D-00E0-4168-A2A3-381C0AC10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96FA4-40CE-4BA0-AEB7-F7D73652A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84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13BA-C6E2-41C5-96A5-2A57398C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AC2B2-3014-47AA-8DAE-FDED5C206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0135A-BEE2-4132-89D6-B7C45CAEB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AA093-7E21-45A7-A1E4-073EBB90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62B97-CBD3-403B-94C0-782B18B6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35805-D152-4C5E-BEC0-847740F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818D-BB33-41C1-B0EC-F2F10A8D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EB867-3561-4198-B009-A93523F16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446F3-156B-4356-A46B-854E5E521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55046-B28D-4901-93D1-FFF9F551A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65826-BD8B-4FFA-A323-0C262FA6E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02769-E8A4-46AE-98F2-AD779A5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86EBE4-41D5-4F63-98C6-531E1F5B3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89375-8B25-4DFA-82C3-EC7393A53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1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3013-00DA-49B3-92C8-E2D5BAE27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E5555-9883-47EA-B1DD-D407EB125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13AA0-72A9-4766-812A-EEA8D547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A4A9E-ED97-4047-966E-DA28545D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4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8EDB4-2CDC-4B3D-BE4A-02F3D606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AF5FE-423C-4E13-B497-4FDD99CC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73248-8FB6-46BE-B764-E417D462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6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2638-3670-41FE-A19D-A4FA864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6A84D-9C91-46CA-9666-187116D54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9C535-744E-4023-BD50-1A6735A5D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9F647-E005-486D-AA97-252F6B4D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801CF-2609-4739-950B-9F512384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A1D97-D593-46AD-8641-2067D4BA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6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E684-0978-41A4-88DD-86593A6D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83007-34F9-41CD-A365-72171FCC7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F1280-370B-4529-86DF-81C9D418B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7BA13-B12B-40A8-87A9-25499D6D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29E7E-250C-4A74-BBEF-40A668D7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17507-3508-4851-9956-E56B587D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0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8975-B252-46CF-8364-A99F49C9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9EE9E-F21B-497E-9A99-DDA29C967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4194D-C379-4455-A565-15B574F4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BF6D-9670-4845-A6D5-5C66731B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2035D-8F64-49BB-B119-7BA52BA9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8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6721DA-4037-469D-A225-08C024BE6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01FCA-5EAD-4D7B-A60B-4EEB03765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02BC-A016-43C5-ADFD-0BD7DCF9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D5F3E-3C1E-49AD-B0FB-FFF6DAB9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A1FF8-8237-4F2C-9128-33FE3198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05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556D10-ECCA-4DF9-8B7D-B12A8129C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B2AC8-26CC-40D0-B559-7DBB29012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E1BC3-424C-4A22-8351-DE6EFCCAB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D88A5-1EE6-44C0-92E4-272527EBBDB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4F5F8-47D7-4278-8A8C-FACAE0B01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F3A29-DEE3-4FB0-B3AD-2AF5A1466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479EA-A8E3-431C-AB83-EF73B0934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A33E5C-55A3-476F-A003-1E3D81B8C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0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696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Tam Nguyen</dc:creator>
  <cp:lastModifiedBy>Minh Tam Nguyen</cp:lastModifiedBy>
  <cp:revision>1</cp:revision>
  <dcterms:created xsi:type="dcterms:W3CDTF">2026-08-24T05:52:26Z</dcterms:created>
  <dcterms:modified xsi:type="dcterms:W3CDTF">2026-08-24T05:52:26Z</dcterms:modified>
</cp:coreProperties>
</file>